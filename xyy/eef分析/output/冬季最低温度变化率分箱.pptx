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7496" r:id="rId2"/>
    <p:sldId id="2147477497" r:id="rId3"/>
    <p:sldId id="2147477498" r:id="rId4"/>
    <p:sldId id="2147477499" r:id="rId5"/>
    <p:sldId id="2147477500" r:id="rId6"/>
    <p:sldId id="2147477501" r:id="rId7"/>
    <p:sldId id="2147477494" r:id="rId8"/>
    <p:sldId id="21474774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3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B0D05-EAB0-787D-B178-29B3AE531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46094A-F1C2-EDBA-68CA-BF69E69E5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BD941-5F59-8318-4D66-69FCC160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06103-41FB-13BC-8FC3-0B064DDD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8610D-AEF9-5BEC-2CD2-5AD465D8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5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CE331-CAF6-7098-18F7-A46AF0F9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3DCB9-CD6F-3FD8-B9BE-AB0B1626C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6480C-FC99-3F1A-D97B-2307A0E3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7E364C-B1CF-DB4D-E598-7D613E5B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C7E0E-B47A-0B53-8404-8251FAAC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33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34981-AB39-0290-9702-13EE763C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241A72-AB84-0B54-B690-8C9D7B4F3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62E36-3EFC-94DC-3D72-8B4BBABB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4AC26-C39B-13A8-DC12-5B6D9EAF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958B9-6011-BC23-EFE2-C0CA4C65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7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30844-16C1-9361-BBEB-FCC24C1E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FB5333-A562-BB26-DF2D-3950B3E9E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C5CAE6-3004-1205-5DA5-5E249CAA4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54BDE4-4578-B68A-FE09-F71009BE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E0BA40-AA89-1506-5828-7D7B1228D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CFFB5D-EF43-144E-0C23-02D090B1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26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29C19-7FA7-0CDA-75D6-2A762BC2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20A293-E004-994D-7634-7770EBC6F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A8E008-50E6-9226-C386-2BDBDB476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BA9612-5AC1-63BF-047B-0827F67A0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0C6E4D-CB9F-A9B5-A46B-352E3420B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FB8FFD-1633-8363-7E0F-90927FB9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A4CDD9-2540-EF7C-4615-39C999C3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197681-D8E4-EFFF-EFC2-E8591D6B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0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DD168-5037-20B2-61CC-3A252ADE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541182-6319-BAA6-849E-D5624E9A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50A4A0-7DA6-EE4A-F8BC-B5F601FA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D8C30C-0011-B9DD-0E3B-A958087A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51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27C2EC-EE01-5AB6-4E31-A539195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E64671-C5DE-2B47-35C0-72CA5E1EB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3B5E9-D731-0DA0-0058-CA823A25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9B047-F4AA-67D5-CAD2-FC90E0FD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7C63F-B52F-54D9-2629-9ED669B68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6EAC5A-1711-819B-2F6A-BD9770638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7DD5CA-2917-F38C-314E-C90C1703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DC7FFD-ACB4-B809-02C1-74314F17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7D884-9920-9756-2BA7-2C8E2C8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0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ADFFB-515C-6255-1E72-7FAC1139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D7E4F7-A794-323F-1E80-8B731DA98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61A86B-3224-40EB-DE38-22577E5A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0B203-F5BE-E817-6B0A-2A9A0569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E66B0A-F09D-C952-C4F7-0F7E2A27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18DB2-2822-A9AC-FAE1-EE5543DD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80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019F1-5FB5-15D5-370F-0B21EB52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59BE56-5BF7-4745-E09E-A6DD07A49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50ACC-6CC8-4FD2-C91D-DD90F7B3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5FC35A-D475-13CE-A0D1-5392A23D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1729E-A6A0-E334-EF5D-6E498538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96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FFDADE-E9FD-28DD-0F0A-34A333A7E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A3C806-35D5-F8EA-10D0-06D572A54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6048AD-216D-77EB-E583-FC56C2D4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B31B2-90CC-4AA4-C29C-22E175F7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BB11B-0EFB-DDB7-21C6-0B2EDCAF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3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4DD617-D2D9-D4F9-814E-D668B7F6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AA9D76-22B9-410F-DE8A-845DA65BC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4E205-355C-0B60-82D2-63F09606A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123D1-03C3-4933-B329-28A678641817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B8EDC-EE15-E81F-43E6-CD57D81C5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59318-5D67-EBF1-5C19-279AC7F1D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CF9B4-C3EE-4708-8588-36064774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7D5E-DBB0-C410-A024-44C381E5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146422-545F-F327-5B38-13713FC6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9" y="185695"/>
            <a:ext cx="3861119" cy="22356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630C98-367E-F8B8-14FC-87560A81C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24" y="2381142"/>
            <a:ext cx="3591286" cy="20555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872F7E8-B6AB-E813-5029-6A9A04E8A897}"/>
              </a:ext>
            </a:extLst>
          </p:cNvPr>
          <p:cNvSpPr txBox="1"/>
          <p:nvPr/>
        </p:nvSpPr>
        <p:spPr>
          <a:xfrm>
            <a:off x="4407629" y="334025"/>
            <a:ext cx="55432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[0.7582795  0.85373431 0.95778897 0.96032894 1.25594306 2.5893631 ]</a:t>
            </a:r>
          </a:p>
          <a:p>
            <a:r>
              <a:rPr lang="zh-CN" altLang="en-US" sz="1200" dirty="0"/>
              <a:t>=== 变量: 最低温度变化率_0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0.76)     99   0.245050    0.242424  323.714844</a:t>
            </a:r>
          </a:p>
          <a:p>
            <a:r>
              <a:rPr lang="zh-CN" altLang="en-US" sz="1200" dirty="0"/>
              <a:t>1  [0.76, 0.85)     35   0.086634    0.200000  324.064917</a:t>
            </a:r>
          </a:p>
          <a:p>
            <a:r>
              <a:rPr lang="zh-CN" altLang="en-US" sz="1200" dirty="0"/>
              <a:t>2  [0.85, 0.96)     41   0.101485    0.170732  308.762792</a:t>
            </a:r>
          </a:p>
          <a:p>
            <a:r>
              <a:rPr lang="zh-CN" altLang="en-US" sz="1200" dirty="0"/>
              <a:t>3  [0.96, 0.96)     24   0.059406    0.041667  322.840980</a:t>
            </a:r>
          </a:p>
          <a:p>
            <a:r>
              <a:rPr lang="zh-CN" altLang="en-US" sz="1200" dirty="0"/>
              <a:t>4  [0.96, 1.26)     99   0.245050    0.161616  317.124838</a:t>
            </a:r>
          </a:p>
          <a:p>
            <a:r>
              <a:rPr lang="zh-CN" altLang="en-US" sz="1200" dirty="0"/>
              <a:t>5  [1.26, 2.59)     71   0.175743    0.239437  315.075103</a:t>
            </a:r>
          </a:p>
          <a:p>
            <a:r>
              <a:rPr lang="zh-CN" altLang="en-US" sz="1200" dirty="0"/>
              <a:t>6   [2.59, inf)     35   0.086634    0.257143  320.294949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1D7131-A48C-D19F-039F-95B15C6B8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96" y="4436653"/>
            <a:ext cx="3861119" cy="228592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95E9D8B-7737-91E9-5DAA-1A14C77AAB79}"/>
              </a:ext>
            </a:extLst>
          </p:cNvPr>
          <p:cNvSpPr txBox="1"/>
          <p:nvPr/>
        </p:nvSpPr>
        <p:spPr>
          <a:xfrm>
            <a:off x="4407629" y="2531734"/>
            <a:ext cx="63369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[0.33676302 0.36553687 0.40514623 0.41603236 0.93280786]</a:t>
            </a:r>
          </a:p>
          <a:p>
            <a:r>
              <a:rPr lang="zh-CN" altLang="en-US" sz="1200" dirty="0"/>
              <a:t>=== 变量: 最低温度变化率_1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0.34)    150   0.371287    0.213333  320.316109</a:t>
            </a:r>
          </a:p>
          <a:p>
            <a:r>
              <a:rPr lang="zh-CN" altLang="en-US" sz="1200" dirty="0"/>
              <a:t>1  [0.34, 0.37)     37   0.091584    0.054054  296.327116</a:t>
            </a:r>
          </a:p>
          <a:p>
            <a:r>
              <a:rPr lang="zh-CN" altLang="en-US" sz="1200" dirty="0"/>
              <a:t>2  [0.37, 0.41)     59   0.146040    0.152542  315.188017</a:t>
            </a:r>
          </a:p>
          <a:p>
            <a:r>
              <a:rPr lang="zh-CN" altLang="en-US" sz="1200" dirty="0"/>
              <a:t>3  [0.41, 0.42)     24   0.059406    0.166667  324.623393</a:t>
            </a:r>
          </a:p>
          <a:p>
            <a:r>
              <a:rPr lang="zh-CN" altLang="en-US" sz="1200" dirty="0"/>
              <a:t>4  [0.42, 0.93)    112   0.277228    0.241071  323.118493</a:t>
            </a:r>
          </a:p>
          <a:p>
            <a:r>
              <a:rPr lang="zh-CN" altLang="en-US" sz="1200" dirty="0"/>
              <a:t>5   [0.93, inf)     22   0.054455    0.318182  326.621309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54C8F6-0EB8-07A3-5A64-413FE394AD4E}"/>
              </a:ext>
            </a:extLst>
          </p:cNvPr>
          <p:cNvSpPr txBox="1"/>
          <p:nvPr/>
        </p:nvSpPr>
        <p:spPr>
          <a:xfrm>
            <a:off x="4407629" y="4708093"/>
            <a:ext cx="64088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分箱阈值: [0.42381787 0.43155469 0.45278631]</a:t>
            </a:r>
          </a:p>
          <a:p>
            <a:endParaRPr lang="zh-CN" altLang="en-US" sz="1400" dirty="0"/>
          </a:p>
          <a:p>
            <a:r>
              <a:rPr lang="zh-CN" altLang="en-US" sz="1400" dirty="0"/>
              <a:t>=== 变量: 最低温度变化率_2 ===</a:t>
            </a:r>
          </a:p>
          <a:p>
            <a:r>
              <a:rPr lang="zh-CN" altLang="en-US" sz="1400" dirty="0"/>
              <a:t>            Bin  Count  Count (%)  Event rate         EEF</a:t>
            </a:r>
          </a:p>
          <a:p>
            <a:r>
              <a:rPr lang="zh-CN" altLang="en-US" sz="1400" dirty="0"/>
              <a:t>0  (-inf, 0.42)    240   0.594059    0.212500  319.244350</a:t>
            </a:r>
          </a:p>
          <a:p>
            <a:r>
              <a:rPr lang="zh-CN" altLang="en-US" sz="1400" dirty="0"/>
              <a:t>1  [0.42, 0.43)     23   0.056931    0.086957  319.882148</a:t>
            </a:r>
          </a:p>
          <a:p>
            <a:r>
              <a:rPr lang="zh-CN" altLang="en-US" sz="1400" dirty="0"/>
              <a:t>2  [0.43, 0.45)     25   0.061881    0.040000  298.115738</a:t>
            </a:r>
          </a:p>
          <a:p>
            <a:r>
              <a:rPr lang="zh-CN" altLang="en-US" sz="1400" dirty="0"/>
              <a:t>3   [0.45, inf)    116   0.287129    0.232759  321.936958</a:t>
            </a:r>
          </a:p>
        </p:txBody>
      </p:sp>
    </p:spTree>
    <p:extLst>
      <p:ext uri="{BB962C8B-B14F-4D97-AF65-F5344CB8AC3E}">
        <p14:creationId xmlns:p14="http://schemas.microsoft.com/office/powerpoint/2010/main" val="395211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697B0-8CBB-8EE8-813E-F4737A74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A0778F-8D31-9F44-7AEA-AA6BC1DC0977}"/>
              </a:ext>
            </a:extLst>
          </p:cNvPr>
          <p:cNvSpPr txBox="1"/>
          <p:nvPr/>
        </p:nvSpPr>
        <p:spPr>
          <a:xfrm>
            <a:off x="4861861" y="839014"/>
            <a:ext cx="4908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[0.35076125 0.35561687 0.38551535 0.52372617]</a:t>
            </a:r>
          </a:p>
          <a:p>
            <a:r>
              <a:rPr lang="zh-CN" altLang="en-US" sz="1200" dirty="0"/>
              <a:t>=== 变量: 最低温度变化率_3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0.35)    102   0.252475    0.235294  317.296625</a:t>
            </a:r>
          </a:p>
          <a:p>
            <a:r>
              <a:rPr lang="zh-CN" altLang="en-US" sz="1200" dirty="0"/>
              <a:t>1  [0.35, 0.36)     21   0.051980    0.095238  308.606679</a:t>
            </a:r>
          </a:p>
          <a:p>
            <a:r>
              <a:rPr lang="zh-CN" altLang="en-US" sz="1200" dirty="0"/>
              <a:t>2  [0.36, 0.39)     53   0.131188    0.094340  312.013280</a:t>
            </a:r>
          </a:p>
          <a:p>
            <a:r>
              <a:rPr lang="zh-CN" altLang="en-US" sz="1200" dirty="0"/>
              <a:t>3  [0.39, 0.52)    157   0.388614    0.203822  320.375214</a:t>
            </a:r>
          </a:p>
          <a:p>
            <a:r>
              <a:rPr lang="zh-CN" altLang="en-US" sz="1200" dirty="0"/>
              <a:t>4   [0.52, inf)     71   0.175743    0.253521  325.252191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956AEA-A467-F100-36DA-E5986B2C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6" y="607231"/>
            <a:ext cx="3467107" cy="20332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600283-2ED1-A913-4361-A7084D99D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16" y="2677359"/>
            <a:ext cx="3467107" cy="19880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55A1B47-7135-1B86-A7DE-BECE13C0E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6" y="4719132"/>
            <a:ext cx="3406996" cy="198802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177B5F3-0673-C4F0-F2F2-55A740773CAE}"/>
              </a:ext>
            </a:extLst>
          </p:cNvPr>
          <p:cNvSpPr txBox="1"/>
          <p:nvPr/>
        </p:nvSpPr>
        <p:spPr>
          <a:xfrm>
            <a:off x="4861861" y="2794208"/>
            <a:ext cx="54842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[0.41579415 0.42869654 0.43703449 0.56089675]</a:t>
            </a:r>
          </a:p>
          <a:p>
            <a:endParaRPr lang="zh-CN" altLang="en-US" sz="1200" dirty="0"/>
          </a:p>
          <a:p>
            <a:r>
              <a:rPr lang="zh-CN" altLang="en-US" sz="1200" dirty="0"/>
              <a:t>=== 变量: 最低温度变化率_4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0.42)    129   0.319307    0.178295  309.421986</a:t>
            </a:r>
          </a:p>
          <a:p>
            <a:r>
              <a:rPr lang="zh-CN" altLang="en-US" sz="1200" dirty="0"/>
              <a:t>1  [0.42, 0.43)     30   0.074257    0.066667  315.528008</a:t>
            </a:r>
          </a:p>
          <a:p>
            <a:r>
              <a:rPr lang="zh-CN" altLang="en-US" sz="1200" dirty="0"/>
              <a:t>2  [0.43, 0.44)     31   0.076733    0.129032  314.662801</a:t>
            </a:r>
          </a:p>
          <a:p>
            <a:r>
              <a:rPr lang="zh-CN" altLang="en-US" sz="1200" dirty="0"/>
              <a:t>3  [0.44, 0.56)    133   0.329208    0.210526  323.929222</a:t>
            </a:r>
          </a:p>
          <a:p>
            <a:r>
              <a:rPr lang="zh-CN" altLang="en-US" sz="1200" dirty="0"/>
              <a:t>4   [0.56, inf)     81   0.200495    0.296296  327.840792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ACA1B5-6FD7-03AB-0F72-6F3CE5665FDB}"/>
              </a:ext>
            </a:extLst>
          </p:cNvPr>
          <p:cNvSpPr txBox="1"/>
          <p:nvPr/>
        </p:nvSpPr>
        <p:spPr>
          <a:xfrm>
            <a:off x="4861861" y="4697481"/>
            <a:ext cx="59718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[0.35307498 0.38436994 0.39095132 0.55303106]</a:t>
            </a:r>
          </a:p>
          <a:p>
            <a:endParaRPr lang="zh-CN" altLang="en-US" sz="1200" dirty="0"/>
          </a:p>
          <a:p>
            <a:r>
              <a:rPr lang="zh-CN" altLang="en-US" sz="1200" dirty="0"/>
              <a:t>=== 变量: 最低温度变化率_5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0.35)     62   0.153465    0.161290  307.201090</a:t>
            </a:r>
          </a:p>
          <a:p>
            <a:r>
              <a:rPr lang="zh-CN" altLang="en-US" sz="1200" dirty="0"/>
              <a:t>1  [0.35, 0.38)     29   0.071782    0.034483  289.550367</a:t>
            </a:r>
          </a:p>
          <a:p>
            <a:r>
              <a:rPr lang="zh-CN" altLang="en-US" sz="1200" dirty="0"/>
              <a:t>2  [0.38, 0.39)     25   0.061881    0.120000  315.438414</a:t>
            </a:r>
          </a:p>
          <a:p>
            <a:r>
              <a:rPr lang="zh-CN" altLang="en-US" sz="1200" dirty="0"/>
              <a:t>3  [0.39, 0.55)    215   0.532178    0.204651  321.689583</a:t>
            </a:r>
          </a:p>
          <a:p>
            <a:r>
              <a:rPr lang="zh-CN" altLang="en-US" sz="1200" dirty="0"/>
              <a:t>4   [0.55, inf)     73   0.180693    0.315068  332.614592</a:t>
            </a:r>
          </a:p>
        </p:txBody>
      </p:sp>
    </p:spTree>
    <p:extLst>
      <p:ext uri="{BB962C8B-B14F-4D97-AF65-F5344CB8AC3E}">
        <p14:creationId xmlns:p14="http://schemas.microsoft.com/office/powerpoint/2010/main" val="306184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FA4A-87FD-BB8A-0B23-AAF55E77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11DAF9-8931-4F90-92D5-46A94B54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4" y="353113"/>
            <a:ext cx="3728517" cy="20508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E1525A-1E22-4E57-F5EB-F9F053109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7" y="2378654"/>
            <a:ext cx="3814184" cy="21627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E0A07A-E4DD-3000-0C4A-B54BAE68A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8" y="4603838"/>
            <a:ext cx="3956003" cy="20508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DF21A4-43E0-D321-032D-FB21840CE754}"/>
              </a:ext>
            </a:extLst>
          </p:cNvPr>
          <p:cNvSpPr txBox="1"/>
          <p:nvPr/>
        </p:nvSpPr>
        <p:spPr>
          <a:xfrm>
            <a:off x="5494105" y="353113"/>
            <a:ext cx="5006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[0.3875349  0.43811837 0.48210064 0.50500476 0.5184955 ]</a:t>
            </a:r>
          </a:p>
          <a:p>
            <a:endParaRPr lang="zh-CN" altLang="en-US" sz="1200" dirty="0"/>
          </a:p>
          <a:p>
            <a:r>
              <a:rPr lang="zh-CN" altLang="en-US" sz="1200" dirty="0"/>
              <a:t>=== 变量: 最低温度变化率_6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0.39)     59   0.146040    0.203390  315.125808</a:t>
            </a:r>
          </a:p>
          <a:p>
            <a:r>
              <a:rPr lang="zh-CN" altLang="en-US" sz="1200" dirty="0"/>
              <a:t>1  [0.39, 0.44)     61   0.150990    0.163934  310.360971</a:t>
            </a:r>
          </a:p>
          <a:p>
            <a:r>
              <a:rPr lang="zh-CN" altLang="en-US" sz="1200" dirty="0"/>
              <a:t>2  [0.44, 0.48)     51   0.126238    0.156863  304.516859</a:t>
            </a:r>
          </a:p>
          <a:p>
            <a:r>
              <a:rPr lang="zh-CN" altLang="en-US" sz="1200" dirty="0"/>
              <a:t>3  [0.48, 0.51)     27   0.066832    0.148148  311.954119</a:t>
            </a:r>
          </a:p>
          <a:p>
            <a:r>
              <a:rPr lang="zh-CN" altLang="en-US" sz="1200" dirty="0"/>
              <a:t>4  [0.51, 0.52)     24   0.059406    0.041667  317.128309</a:t>
            </a:r>
          </a:p>
          <a:p>
            <a:r>
              <a:rPr lang="zh-CN" altLang="en-US" sz="1200" dirty="0"/>
              <a:t>5   [0.52, inf)    182   0.450495    0.252747  327.938856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AAC45B-F344-C83D-134F-293237FF088C}"/>
              </a:ext>
            </a:extLst>
          </p:cNvPr>
          <p:cNvSpPr txBox="1"/>
          <p:nvPr/>
        </p:nvSpPr>
        <p:spPr>
          <a:xfrm>
            <a:off x="5494105" y="2582846"/>
            <a:ext cx="43116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箱阈值: [0.46382686 0.53619179 0.56374538 0.6950841 ]</a:t>
            </a:r>
          </a:p>
          <a:p>
            <a:endParaRPr lang="zh-CN" altLang="en-US" sz="1200" dirty="0"/>
          </a:p>
          <a:p>
            <a:r>
              <a:rPr lang="zh-CN" altLang="en-US" sz="1200" dirty="0"/>
              <a:t>=== 变量: 最低温度变化率_7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0.46)    182   0.450495    0.181319  311.976790</a:t>
            </a:r>
          </a:p>
          <a:p>
            <a:r>
              <a:rPr lang="zh-CN" altLang="en-US" sz="1200" dirty="0"/>
              <a:t>1  [0.46, 0.54)     92   0.227723    0.152174  314.333089</a:t>
            </a:r>
          </a:p>
          <a:p>
            <a:r>
              <a:rPr lang="zh-CN" altLang="en-US" sz="1200" dirty="0"/>
              <a:t>2  [0.54, 0.56)     26   0.064356    0.038462  321.493796</a:t>
            </a:r>
          </a:p>
          <a:p>
            <a:r>
              <a:rPr lang="zh-CN" altLang="en-US" sz="1200" dirty="0"/>
              <a:t>3  [0.56, 0.70)     83   0.205446    0.301205  335.375666</a:t>
            </a:r>
          </a:p>
          <a:p>
            <a:r>
              <a:rPr lang="zh-CN" altLang="en-US" sz="1200" dirty="0"/>
              <a:t>4   [0.70, inf)     21   0.051980    0.380952  327.622620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F775F3-B2F9-B602-E949-B8A68B321E68}"/>
              </a:ext>
            </a:extLst>
          </p:cNvPr>
          <p:cNvSpPr txBox="1"/>
          <p:nvPr/>
        </p:nvSpPr>
        <p:spPr>
          <a:xfrm>
            <a:off x="5494105" y="4829037"/>
            <a:ext cx="57766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=== 变量: 最低温度变化率_8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0.32)     26   0.064356    0.192308  306.149530</a:t>
            </a:r>
          </a:p>
          <a:p>
            <a:r>
              <a:rPr lang="zh-CN" altLang="en-US" sz="1200" dirty="0"/>
              <a:t>1  [0.32, 0.36)     34   0.084158    0.058824  299.844730</a:t>
            </a:r>
          </a:p>
          <a:p>
            <a:r>
              <a:rPr lang="zh-CN" altLang="en-US" sz="1200" dirty="0"/>
              <a:t>2  [0.36, 0.40)     35   0.086634    0.028571  305.592999</a:t>
            </a:r>
          </a:p>
          <a:p>
            <a:r>
              <a:rPr lang="zh-CN" altLang="en-US" sz="1200" dirty="0"/>
              <a:t>3  [0.40, 0.42)     25   0.061881    0.120000  316.233471</a:t>
            </a:r>
          </a:p>
          <a:p>
            <a:r>
              <a:rPr lang="zh-CN" altLang="en-US" sz="1200" dirty="0"/>
              <a:t>4   [0.42, inf)    284   0.702970    0.246479  324.004626</a:t>
            </a:r>
          </a:p>
        </p:txBody>
      </p:sp>
    </p:spTree>
    <p:extLst>
      <p:ext uri="{BB962C8B-B14F-4D97-AF65-F5344CB8AC3E}">
        <p14:creationId xmlns:p14="http://schemas.microsoft.com/office/powerpoint/2010/main" val="164742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8A62-8423-1BD9-EDCD-9D216116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04738A1-0457-B6E9-2E48-E3D912B67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29" y="219708"/>
            <a:ext cx="3761210" cy="20867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25B938-77A3-9965-2A4F-D998E1B5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02" y="2666903"/>
            <a:ext cx="3537269" cy="19578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0095AE-C041-A14E-270C-37E05C0A3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29" y="4624785"/>
            <a:ext cx="3582542" cy="208854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6027248-307E-5D61-44AC-21A6E68318FE}"/>
              </a:ext>
            </a:extLst>
          </p:cNvPr>
          <p:cNvSpPr txBox="1"/>
          <p:nvPr/>
        </p:nvSpPr>
        <p:spPr>
          <a:xfrm>
            <a:off x="4644957" y="80739"/>
            <a:ext cx="751135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分箱阈值: [0.33806533 0.41924013 0.4852508  0.50864455 0.5370369  0.56015256 0.61876202]</a:t>
            </a:r>
          </a:p>
          <a:p>
            <a:r>
              <a:rPr lang="zh-CN" altLang="en-US" sz="1400" dirty="0"/>
              <a:t>=== 变量: 最低温度变化率_9 ===</a:t>
            </a:r>
          </a:p>
          <a:p>
            <a:r>
              <a:rPr lang="zh-CN" altLang="en-US" sz="1400" dirty="0"/>
              <a:t>             Bin  Count  Count (%)  Event rate         EEF</a:t>
            </a:r>
          </a:p>
          <a:p>
            <a:r>
              <a:rPr lang="zh-CN" altLang="en-US" sz="1400" dirty="0"/>
              <a:t>0   (-inf, 0.34)     27   0.066832    0.185185  317.449902</a:t>
            </a:r>
          </a:p>
          <a:p>
            <a:r>
              <a:rPr lang="zh-CN" altLang="en-US" sz="1400" dirty="0"/>
              <a:t>1   [0.34, 0.42)     76   0.188119    0.171053  307.333521</a:t>
            </a:r>
          </a:p>
          <a:p>
            <a:r>
              <a:rPr lang="zh-CN" altLang="en-US" sz="1400" dirty="0"/>
              <a:t>2   [0.42, 0.49)     76   0.188119    0.171053  309.108199</a:t>
            </a:r>
          </a:p>
          <a:p>
            <a:r>
              <a:rPr lang="zh-CN" altLang="en-US" sz="1400" dirty="0"/>
              <a:t>3   [0.49, 0.51)     31   0.076733    0.032258  302.669020</a:t>
            </a:r>
          </a:p>
          <a:p>
            <a:r>
              <a:rPr lang="zh-CN" altLang="en-US" sz="1400" dirty="0"/>
              <a:t>4   [0.51, 0.54)     24   0.059406    0.083333  313.984920</a:t>
            </a:r>
          </a:p>
          <a:p>
            <a:r>
              <a:rPr lang="zh-CN" altLang="en-US" sz="1400" dirty="0"/>
              <a:t>5   [0.54, 0.56)     21   0.051980    0.142857  306.024843</a:t>
            </a:r>
          </a:p>
          <a:p>
            <a:r>
              <a:rPr lang="zh-CN" altLang="en-US" sz="1400" dirty="0"/>
              <a:t>6   [0.56, 0.62)     50   0.123762    0.280000  329.202153</a:t>
            </a:r>
          </a:p>
          <a:p>
            <a:r>
              <a:rPr lang="zh-CN" altLang="en-US" sz="1400" dirty="0"/>
              <a:t>7    [0.62, inf)     99   0.245050    0.303030  338.866554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B25BBF-FCF2-D7BA-0ECC-79FBE4D6635D}"/>
              </a:ext>
            </a:extLst>
          </p:cNvPr>
          <p:cNvSpPr txBox="1"/>
          <p:nvPr/>
        </p:nvSpPr>
        <p:spPr>
          <a:xfrm>
            <a:off x="4644957" y="2737903"/>
            <a:ext cx="53743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分箱阈值: [0.37604782 0.44002137 0.49932158 0.78693575]</a:t>
            </a:r>
          </a:p>
          <a:p>
            <a:r>
              <a:rPr lang="zh-CN" altLang="en-US" sz="1400" dirty="0"/>
              <a:t>=== 变量: 最低温度变化率_10 ===</a:t>
            </a:r>
          </a:p>
          <a:p>
            <a:r>
              <a:rPr lang="zh-CN" altLang="en-US" sz="1400" dirty="0"/>
              <a:t>            Bin  Count  Count (%)  Event rate         EEF</a:t>
            </a:r>
          </a:p>
          <a:p>
            <a:r>
              <a:rPr lang="zh-CN" altLang="en-US" sz="1400" dirty="0"/>
              <a:t>0  (-inf, 0.38)     37   0.091584    0.135135  319.549375</a:t>
            </a:r>
          </a:p>
          <a:p>
            <a:r>
              <a:rPr lang="zh-CN" altLang="en-US" sz="1400" dirty="0"/>
              <a:t>1  [0.38, 0.44)     62   0.153465    0.064516  305.664544</a:t>
            </a:r>
          </a:p>
          <a:p>
            <a:r>
              <a:rPr lang="zh-CN" altLang="en-US" sz="1400" dirty="0"/>
              <a:t>2  [0.44, 0.50)     75   0.185644    0.186667  309.327828</a:t>
            </a:r>
          </a:p>
          <a:p>
            <a:r>
              <a:rPr lang="zh-CN" altLang="en-US" sz="1400" dirty="0"/>
              <a:t>3  [0.50, 0.79)    208   0.514851    0.245192  325.492163</a:t>
            </a:r>
          </a:p>
          <a:p>
            <a:r>
              <a:rPr lang="zh-CN" altLang="en-US" sz="1400" dirty="0"/>
              <a:t>4   [0.79, inf)     22   0.054455    0.318182  322.592201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7502F-623F-2F4E-5319-6CF45985B176}"/>
              </a:ext>
            </a:extLst>
          </p:cNvPr>
          <p:cNvSpPr txBox="1"/>
          <p:nvPr/>
        </p:nvSpPr>
        <p:spPr>
          <a:xfrm>
            <a:off x="4725530" y="4838269"/>
            <a:ext cx="63725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[0.52112699 0.53844202 0.5567514  0.58299881 0.65234733 0.80594659]</a:t>
            </a:r>
          </a:p>
          <a:p>
            <a:r>
              <a:rPr lang="zh-CN" altLang="en-US" sz="1200" dirty="0"/>
              <a:t>=== 变量: 最低温度变化率_11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0.52)    166   0.410891    0.192771  312.348359</a:t>
            </a:r>
          </a:p>
          <a:p>
            <a:r>
              <a:rPr lang="zh-CN" altLang="en-US" sz="1200" dirty="0"/>
              <a:t>1  [0.52, 0.54)     21   0.051980    0.095238  303.243602</a:t>
            </a:r>
          </a:p>
          <a:p>
            <a:r>
              <a:rPr lang="zh-CN" altLang="en-US" sz="1200" dirty="0"/>
              <a:t>2  [0.54, 0.56)     28   0.069307    0.035714  288.712606</a:t>
            </a:r>
          </a:p>
          <a:p>
            <a:r>
              <a:rPr lang="zh-CN" altLang="en-US" sz="1200" dirty="0"/>
              <a:t>3  [0.56, 0.58)     29   0.071782    0.172414  318.683742</a:t>
            </a:r>
          </a:p>
          <a:p>
            <a:r>
              <a:rPr lang="zh-CN" altLang="en-US" sz="1200" dirty="0"/>
              <a:t>4  [0.58, 0.65)     49   0.121287    0.224490  334.451921</a:t>
            </a:r>
          </a:p>
          <a:p>
            <a:r>
              <a:rPr lang="zh-CN" altLang="en-US" sz="1200" dirty="0"/>
              <a:t>5  [0.65, 0.81)     78   0.193069    0.256410  328.298276</a:t>
            </a:r>
          </a:p>
          <a:p>
            <a:r>
              <a:rPr lang="zh-CN" altLang="en-US" sz="1200" dirty="0"/>
              <a:t>6   [0.81, inf)     33   0.081683    0.303030  340.435746</a:t>
            </a:r>
          </a:p>
        </p:txBody>
      </p:sp>
    </p:spTree>
    <p:extLst>
      <p:ext uri="{BB962C8B-B14F-4D97-AF65-F5344CB8AC3E}">
        <p14:creationId xmlns:p14="http://schemas.microsoft.com/office/powerpoint/2010/main" val="71722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DA2C48-4369-6C04-8E04-F29A6601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95" y="410965"/>
            <a:ext cx="3441735" cy="18383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FEA347A-ED41-CCBA-1344-4454A818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5" y="2343276"/>
            <a:ext cx="3639645" cy="18383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2FD84FB-EF43-8405-EE27-AD14E35B8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95" y="4275588"/>
            <a:ext cx="3498451" cy="19608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E24770-51DC-4FB9-B3EE-A376B8FEB099}"/>
              </a:ext>
            </a:extLst>
          </p:cNvPr>
          <p:cNvSpPr txBox="1"/>
          <p:nvPr/>
        </p:nvSpPr>
        <p:spPr>
          <a:xfrm>
            <a:off x="4785188" y="455811"/>
            <a:ext cx="63314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分箱阈值: [0.49219993 0.52884454 0.54437602 0.75900352]</a:t>
            </a:r>
          </a:p>
          <a:p>
            <a:r>
              <a:rPr lang="zh-CN" altLang="en-US" sz="1400" dirty="0"/>
              <a:t>=== 变量: 最低温度变化率_12 ===</a:t>
            </a:r>
          </a:p>
          <a:p>
            <a:r>
              <a:rPr lang="zh-CN" altLang="en-US" sz="1400" dirty="0"/>
              <a:t>            Bin  Count  Count (%)  Event rate         EEF</a:t>
            </a:r>
          </a:p>
          <a:p>
            <a:r>
              <a:rPr lang="zh-CN" altLang="en-US" sz="1400" dirty="0"/>
              <a:t>0  (-inf, 0.49)     97   0.240099    0.175258  311.824892</a:t>
            </a:r>
          </a:p>
          <a:p>
            <a:r>
              <a:rPr lang="zh-CN" altLang="en-US" sz="1400" dirty="0"/>
              <a:t>1  [0.49, 0.53)     42   0.103960    0.119048  300.662845</a:t>
            </a:r>
          </a:p>
          <a:p>
            <a:r>
              <a:rPr lang="zh-CN" altLang="en-US" sz="1400" dirty="0"/>
              <a:t>2  [0.53, 0.54)     25   0.061881    0.040000  286.170258</a:t>
            </a:r>
          </a:p>
          <a:p>
            <a:r>
              <a:rPr lang="zh-CN" altLang="en-US" sz="1400" dirty="0"/>
              <a:t>3  [0.54, 0.76)    177   0.438119    0.180791  319.564490</a:t>
            </a:r>
          </a:p>
          <a:p>
            <a:r>
              <a:rPr lang="zh-CN" altLang="en-US" sz="1400" dirty="0"/>
              <a:t>4   [0.76, inf)     63   0.155941    0.412698  352.087123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612BA8-8197-97DA-9878-3E1C9E56F793}"/>
              </a:ext>
            </a:extLst>
          </p:cNvPr>
          <p:cNvSpPr txBox="1"/>
          <p:nvPr/>
        </p:nvSpPr>
        <p:spPr>
          <a:xfrm>
            <a:off x="4694005" y="2427255"/>
            <a:ext cx="78725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[0.53065088 0.55867875 0.69642958 0.75759211]</a:t>
            </a:r>
          </a:p>
          <a:p>
            <a:r>
              <a:rPr lang="zh-CN" altLang="en-US" sz="1200" dirty="0"/>
              <a:t>=== 变量: 最低温度变化率_13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0.53)    120   0.297030    0.125000  305.854791</a:t>
            </a:r>
          </a:p>
          <a:p>
            <a:r>
              <a:rPr lang="zh-CN" altLang="en-US" sz="1200" dirty="0"/>
              <a:t>1  [0.53, 0.56)     28   0.069307    0.035714  284.979735</a:t>
            </a:r>
          </a:p>
          <a:p>
            <a:r>
              <a:rPr lang="zh-CN" altLang="en-US" sz="1200" dirty="0"/>
              <a:t>2  [0.56, 0.70)    121   0.299505    0.157025  316.744054</a:t>
            </a:r>
          </a:p>
          <a:p>
            <a:r>
              <a:rPr lang="zh-CN" altLang="en-US" sz="1200" dirty="0"/>
              <a:t>3  [0.70, 0.76)     47   0.116337    0.276596  332.128744</a:t>
            </a:r>
          </a:p>
          <a:p>
            <a:r>
              <a:rPr lang="zh-CN" altLang="en-US" sz="1200" dirty="0"/>
              <a:t>4   [0.76, inf)     88   0.217822    0.375000  342.675285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86E206-55C9-533C-1C82-0A16192E624E}"/>
              </a:ext>
            </a:extLst>
          </p:cNvPr>
          <p:cNvSpPr txBox="1"/>
          <p:nvPr/>
        </p:nvSpPr>
        <p:spPr>
          <a:xfrm>
            <a:off x="4694005" y="4586308"/>
            <a:ext cx="4860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[0.43048207 0.47175983 0.51512653 0.55845565 0.8125082 ]</a:t>
            </a:r>
          </a:p>
          <a:p>
            <a:r>
              <a:rPr lang="zh-CN" altLang="en-US" sz="1200" dirty="0"/>
              <a:t>=== 变量: 最低温度变化率_14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0.43)     25   0.061881    0.320000  315.913488</a:t>
            </a:r>
          </a:p>
          <a:p>
            <a:r>
              <a:rPr lang="zh-CN" altLang="en-US" sz="1200" dirty="0"/>
              <a:t>1  [0.43, 0.47)     23   0.056931    0.217391  318.828099</a:t>
            </a:r>
          </a:p>
          <a:p>
            <a:r>
              <a:rPr lang="zh-CN" altLang="en-US" sz="1200" dirty="0"/>
              <a:t>2  [0.47, 0.52)     41   0.101485    0.048780  296.861173</a:t>
            </a:r>
          </a:p>
          <a:p>
            <a:r>
              <a:rPr lang="zh-CN" altLang="en-US" sz="1200" dirty="0"/>
              <a:t>3  [0.52, 0.56)     38   0.094059    0.131579  303.402108</a:t>
            </a:r>
          </a:p>
          <a:p>
            <a:r>
              <a:rPr lang="zh-CN" altLang="en-US" sz="1200" dirty="0"/>
              <a:t>4  [0.56, 0.81)    202   0.500000    0.148515  315.090244</a:t>
            </a:r>
          </a:p>
          <a:p>
            <a:r>
              <a:rPr lang="zh-CN" altLang="en-US" sz="1200" dirty="0"/>
              <a:t>5   [0.81, inf)     75   0.185644    0.413333  349.250841</a:t>
            </a:r>
          </a:p>
        </p:txBody>
      </p:sp>
    </p:spTree>
    <p:extLst>
      <p:ext uri="{BB962C8B-B14F-4D97-AF65-F5344CB8AC3E}">
        <p14:creationId xmlns:p14="http://schemas.microsoft.com/office/powerpoint/2010/main" val="109790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1FB762A-A402-6806-9FE8-3D47E0A6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54" y="498720"/>
            <a:ext cx="3036125" cy="194877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362D16D-054B-9C00-1112-F17C10EC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54" y="2447493"/>
            <a:ext cx="3036124" cy="20930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A85A5D-C381-D043-B72A-774A8A966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54" y="4653075"/>
            <a:ext cx="2959120" cy="20539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74E4152-4548-879B-3582-41254310931E}"/>
              </a:ext>
            </a:extLst>
          </p:cNvPr>
          <p:cNvSpPr txBox="1"/>
          <p:nvPr/>
        </p:nvSpPr>
        <p:spPr>
          <a:xfrm>
            <a:off x="4343365" y="688276"/>
            <a:ext cx="61978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[0.4560096  0.5974361  0.86528474 0.97099236]</a:t>
            </a:r>
          </a:p>
          <a:p>
            <a:r>
              <a:rPr lang="zh-CN" altLang="en-US" sz="1200" dirty="0"/>
              <a:t>=== 变量: 最低温度变化率_15 ===</a:t>
            </a:r>
          </a:p>
          <a:p>
            <a:r>
              <a:rPr lang="zh-CN" altLang="en-US" sz="1200" dirty="0"/>
              <a:t>            Bin  Count  Count (%)  Event rate         EEF</a:t>
            </a:r>
          </a:p>
          <a:p>
            <a:r>
              <a:rPr lang="zh-CN" altLang="en-US" sz="1200" dirty="0"/>
              <a:t>0  (-inf, 0.46)     39   0.096535    0.025641  302.392971</a:t>
            </a:r>
          </a:p>
          <a:p>
            <a:r>
              <a:rPr lang="zh-CN" altLang="en-US" sz="1200" dirty="0"/>
              <a:t>1  [0.46, 0.60)    105   0.259901    0.161905  310.701086</a:t>
            </a:r>
          </a:p>
          <a:p>
            <a:r>
              <a:rPr lang="zh-CN" altLang="en-US" sz="1200" dirty="0"/>
              <a:t>2  [0.60, 0.87)    203   0.502475    0.206897  319.152558</a:t>
            </a:r>
          </a:p>
          <a:p>
            <a:r>
              <a:rPr lang="zh-CN" altLang="en-US" sz="1200" dirty="0"/>
              <a:t>3  [0.87, 0.97)     34   0.084158    0.294118  338.271436</a:t>
            </a:r>
          </a:p>
          <a:p>
            <a:r>
              <a:rPr lang="zh-CN" altLang="en-US" sz="1200" dirty="0"/>
              <a:t>4   [0.97, inf)     23   0.056931    0.478261  350.755483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755341-3664-FE71-7216-4CD09E3F3AAC}"/>
              </a:ext>
            </a:extLst>
          </p:cNvPr>
          <p:cNvSpPr txBox="1"/>
          <p:nvPr/>
        </p:nvSpPr>
        <p:spPr>
          <a:xfrm>
            <a:off x="4230349" y="2529417"/>
            <a:ext cx="70425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分箱阈值: [0.46223243 0.54290989 0.567065   0.59307685 0.66753438 0.82626283  0.92734343]</a:t>
            </a:r>
          </a:p>
          <a:p>
            <a:r>
              <a:rPr lang="zh-CN" altLang="en-US" sz="1200" dirty="0"/>
              <a:t>=== 变量: 最低温度变化率_16 ===</a:t>
            </a:r>
          </a:p>
          <a:p>
            <a:r>
              <a:rPr lang="zh-CN" altLang="en-US" sz="1200" dirty="0"/>
              <a:t>             Bin  Count  Count (%)  Event rate         EEF</a:t>
            </a:r>
          </a:p>
          <a:p>
            <a:r>
              <a:rPr lang="zh-CN" altLang="en-US" sz="1200" dirty="0"/>
              <a:t>0   (-inf, 0.46)     39   0.096535    0.230769  316.070163</a:t>
            </a:r>
          </a:p>
          <a:p>
            <a:r>
              <a:rPr lang="zh-CN" altLang="en-US" sz="1200" dirty="0"/>
              <a:t>1   [0.46, 0.54)     60   0.148515    0.150000  306.111027</a:t>
            </a:r>
          </a:p>
          <a:p>
            <a:r>
              <a:rPr lang="zh-CN" altLang="en-US" sz="1200" dirty="0"/>
              <a:t>2   [0.54, 0.57)     23   0.056931    0.043478  290.214471</a:t>
            </a:r>
          </a:p>
          <a:p>
            <a:r>
              <a:rPr lang="zh-CN" altLang="en-US" sz="1200" dirty="0"/>
              <a:t>3   [0.57, 0.59)     21   0.051980    0.095238  317.303007</a:t>
            </a:r>
          </a:p>
          <a:p>
            <a:r>
              <a:rPr lang="zh-CN" altLang="en-US" sz="1200" dirty="0"/>
              <a:t>4   [0.59, 0.67)     81   0.200495    0.160494  310.670623</a:t>
            </a:r>
          </a:p>
          <a:p>
            <a:r>
              <a:rPr lang="zh-CN" altLang="en-US" sz="1200" dirty="0"/>
              <a:t>5   [0.67, 0.83)    102   0.252475    0.186275  319.785765</a:t>
            </a:r>
          </a:p>
          <a:p>
            <a:r>
              <a:rPr lang="zh-CN" altLang="en-US" sz="1200" dirty="0"/>
              <a:t>6   [0.83, 0.93)     41   0.101485    0.243902  330.809431</a:t>
            </a:r>
          </a:p>
          <a:p>
            <a:r>
              <a:rPr lang="zh-CN" altLang="en-US" sz="1200" dirty="0"/>
              <a:t>7    [0.93, inf)     37   0.091584    0.486486  362.058509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0333E4-7CF7-E6D5-7041-6544CF753FCE}"/>
              </a:ext>
            </a:extLst>
          </p:cNvPr>
          <p:cNvSpPr txBox="1"/>
          <p:nvPr/>
        </p:nvSpPr>
        <p:spPr>
          <a:xfrm>
            <a:off x="4343365" y="4872132"/>
            <a:ext cx="660071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分箱阈值: [0.46329425 0.51090112 0.53690037 0.6164965  0.8779043 ]</a:t>
            </a:r>
          </a:p>
          <a:p>
            <a:r>
              <a:rPr lang="zh-CN" altLang="en-US" sz="1100" dirty="0"/>
              <a:t>=== 变量: 最低温度变化率_17 ===</a:t>
            </a:r>
          </a:p>
          <a:p>
            <a:r>
              <a:rPr lang="zh-CN" altLang="en-US" sz="1100" dirty="0"/>
              <a:t>            Bin  Count  Count (%)  Event rate         EEF</a:t>
            </a:r>
          </a:p>
          <a:p>
            <a:r>
              <a:rPr lang="zh-CN" altLang="en-US" sz="1100" dirty="0"/>
              <a:t>0  (-inf, 0.46)     46   0.113861    0.239130  315.244478</a:t>
            </a:r>
          </a:p>
          <a:p>
            <a:r>
              <a:rPr lang="zh-CN" altLang="en-US" sz="1100" dirty="0"/>
              <a:t>1  [0.46, 0.51)     22   0.054455    0.045455  302.457269</a:t>
            </a:r>
          </a:p>
          <a:p>
            <a:r>
              <a:rPr lang="zh-CN" altLang="en-US" sz="1100" dirty="0"/>
              <a:t>2  [0.51, 0.54)     22   0.054455    0.181818  310.937603</a:t>
            </a:r>
          </a:p>
          <a:p>
            <a:r>
              <a:rPr lang="zh-CN" altLang="en-US" sz="1100" dirty="0"/>
              <a:t>3  [0.54, 0.62)     70   0.173267    0.185714  307.404184</a:t>
            </a:r>
          </a:p>
          <a:p>
            <a:r>
              <a:rPr lang="zh-CN" altLang="en-US" sz="1100" dirty="0"/>
              <a:t>4  [0.62, 0.88)    173   0.428218    0.202312  318.464448</a:t>
            </a:r>
          </a:p>
          <a:p>
            <a:r>
              <a:rPr lang="zh-CN" altLang="en-US" sz="1100" dirty="0"/>
              <a:t>5   [0.88, inf)     71   0.175743    0.239437  340.351245</a:t>
            </a:r>
          </a:p>
        </p:txBody>
      </p:sp>
    </p:spTree>
    <p:extLst>
      <p:ext uri="{BB962C8B-B14F-4D97-AF65-F5344CB8AC3E}">
        <p14:creationId xmlns:p14="http://schemas.microsoft.com/office/powerpoint/2010/main" val="102856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597939-9FB6-C20E-18E9-E1E369576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5" y="295263"/>
            <a:ext cx="2759222" cy="15976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EBC536-0FD0-5459-C060-5421733BE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13" y="349296"/>
            <a:ext cx="2641439" cy="15118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BA282F-452E-6F02-10BF-CD9F6C98A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238" y="360654"/>
            <a:ext cx="2588093" cy="15322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2C7DBF-3E6F-45DC-F036-C2FF83533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925" y="360653"/>
            <a:ext cx="2552099" cy="14966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A30BA8-F455-589F-33AC-EC1C9232C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20" y="1899964"/>
            <a:ext cx="2610126" cy="14966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39E1822-4C9B-2E20-75FA-0848C0A4F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940" y="1819761"/>
            <a:ext cx="2702322" cy="15768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9158CB1-7021-01AF-8090-70045DBC89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238" y="1899964"/>
            <a:ext cx="2588093" cy="142355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2D6BF77-1DD1-48C2-ECE2-D464CDDC5C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7925" y="1899964"/>
            <a:ext cx="2482974" cy="140789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34B0C78-F3BD-A05A-F7AE-0B0C8AF97A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114" y="3442029"/>
            <a:ext cx="2654233" cy="137598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C9D27C6-EB02-8D38-9062-66C1B6394D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9939" y="3396600"/>
            <a:ext cx="2702321" cy="14992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AE5528A-4CB0-9449-0EDD-7D71BCB929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8291" y="3419314"/>
            <a:ext cx="2568040" cy="142141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E33EC78-BC5E-CB19-C6DC-BC9227F3CA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6478" y="3432838"/>
            <a:ext cx="2414992" cy="140789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771C6E3-74D0-9D71-332F-96372C4B6D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211" y="4945730"/>
            <a:ext cx="2546135" cy="149925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53F95AA-F90A-8936-DCD3-D12D8D2271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29714" y="4945730"/>
            <a:ext cx="2692545" cy="149925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C135D84-F08E-82F5-0F93-D7880E50CF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9031" y="4979795"/>
            <a:ext cx="2588092" cy="148653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0408CC0-442A-98AC-DA53-B6E8ABA8AFE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6477" y="4916608"/>
            <a:ext cx="2414421" cy="15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5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5B44E238-794B-94C6-3C73-ED19C6061BE8}"/>
              </a:ext>
            </a:extLst>
          </p:cNvPr>
          <p:cNvGrpSpPr/>
          <p:nvPr/>
        </p:nvGrpSpPr>
        <p:grpSpPr>
          <a:xfrm>
            <a:off x="615850" y="599659"/>
            <a:ext cx="10452200" cy="5201065"/>
            <a:chOff x="615850" y="599660"/>
            <a:chExt cx="8788751" cy="467442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7304FB4-3D3E-ED8E-9FB6-02A2376D3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4" y="610101"/>
              <a:ext cx="2066925" cy="152299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06F2126-96F7-D1F7-0B68-97411F8F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1774" y="610101"/>
              <a:ext cx="2066925" cy="153343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B6BBC08-977B-34A2-83E2-2CE05FA09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62537" y="619828"/>
              <a:ext cx="2066925" cy="152371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C687450-F3FF-B364-628B-A522699DB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54777" y="599660"/>
              <a:ext cx="2070198" cy="1522998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A79CD41-736A-F505-762D-9F0B13C6E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9124" y="2159038"/>
              <a:ext cx="2070198" cy="1526537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57EC511-9ADF-6B0A-21EF-160E2CEF1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7347" y="2107686"/>
              <a:ext cx="2135924" cy="1577889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A8144E6-DA6E-2D9F-4C61-DEA8856B8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15190" y="2143540"/>
              <a:ext cx="2066925" cy="154203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19987BC-9EEF-4A5A-EB70-C6238F95A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75332" y="2143540"/>
              <a:ext cx="2129269" cy="159978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EE326CB-5FA6-AA01-E801-B1F14470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5850" y="3770855"/>
              <a:ext cx="2066924" cy="1467195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656C600-8ADC-1BAD-04EA-EC7ED2C2B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67347" y="3743324"/>
              <a:ext cx="2066925" cy="15307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641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2656</Words>
  <Application>Microsoft Office PowerPoint</Application>
  <PresentationFormat>宽屏</PresentationFormat>
  <Paragraphs>161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渊琰 肖</dc:creator>
  <cp:lastModifiedBy>渊琰 肖</cp:lastModifiedBy>
  <cp:revision>4</cp:revision>
  <dcterms:created xsi:type="dcterms:W3CDTF">2025-05-22T09:39:46Z</dcterms:created>
  <dcterms:modified xsi:type="dcterms:W3CDTF">2025-05-23T01:19:46Z</dcterms:modified>
</cp:coreProperties>
</file>