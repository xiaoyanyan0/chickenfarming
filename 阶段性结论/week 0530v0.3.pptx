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28"/>
  </p:notesMasterIdLst>
  <p:handoutMasterIdLst>
    <p:handoutMasterId r:id="rId29"/>
  </p:handoutMasterIdLst>
  <p:sldIdLst>
    <p:sldId id="16771194" r:id="rId6"/>
    <p:sldId id="16771204" r:id="rId7"/>
    <p:sldId id="2147477425" r:id="rId8"/>
    <p:sldId id="2147477507" r:id="rId9"/>
    <p:sldId id="2147477508" r:id="rId10"/>
    <p:sldId id="2147477509" r:id="rId11"/>
    <p:sldId id="2147477510" r:id="rId12"/>
    <p:sldId id="2147477512" r:id="rId13"/>
    <p:sldId id="2147477511" r:id="rId14"/>
    <p:sldId id="2147477513" r:id="rId15"/>
    <p:sldId id="2147477514" r:id="rId16"/>
    <p:sldId id="2147477515" r:id="rId17"/>
    <p:sldId id="2147477516" r:id="rId18"/>
    <p:sldId id="2147477517" r:id="rId19"/>
    <p:sldId id="2147477518" r:id="rId20"/>
    <p:sldId id="2147477519" r:id="rId21"/>
    <p:sldId id="2147477520" r:id="rId22"/>
    <p:sldId id="2147477521" r:id="rId23"/>
    <p:sldId id="2147477522" r:id="rId24"/>
    <p:sldId id="2147477523" r:id="rId25"/>
    <p:sldId id="2147477524" r:id="rId26"/>
    <p:sldId id="2147477430" r:id="rId27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/>
        </p14:section>
        <p14:section name="死淘" id="{132B593A-E1D9-4DD8-8D75-8389B5773F71}">
          <p14:sldIdLst/>
        </p14:section>
        <p14:section name="eef" id="{0CBA3FCE-B567-4F49-936C-7A69C0064915}">
          <p14:sldIdLst/>
        </p14:section>
        <p14:section name="综合分析" id="{39D6EB33-D176-4FFB-96B9-C60E24F1B3DB}">
          <p14:sldIdLst/>
        </p14:section>
        <p14:section name="冬季" id="{5529DEFB-D291-4180-B135-1C58AD57690E}">
          <p14:sldIdLst>
            <p14:sldId id="2147477507"/>
            <p14:sldId id="2147477508"/>
            <p14:sldId id="2147477509"/>
            <p14:sldId id="2147477510"/>
            <p14:sldId id="2147477512"/>
            <p14:sldId id="2147477511"/>
            <p14:sldId id="2147477513"/>
            <p14:sldId id="2147477514"/>
            <p14:sldId id="2147477515"/>
          </p14:sldIdLst>
        </p14:section>
        <p14:section name="秋季" id="{638D3B15-74AA-4266-B07B-9602D65E4C60}">
          <p14:sldIdLst>
            <p14:sldId id="2147477516"/>
            <p14:sldId id="2147477517"/>
            <p14:sldId id="2147477518"/>
            <p14:sldId id="2147477519"/>
            <p14:sldId id="2147477520"/>
            <p14:sldId id="2147477521"/>
            <p14:sldId id="2147477522"/>
            <p14:sldId id="2147477523"/>
            <p14:sldId id="2147477524"/>
          </p14:sldIdLst>
        </p14:section>
        <p14:section name="夏季" id="{B86F3F91-4136-4C59-B05F-F943D4768B99}">
          <p14:sldIdLst/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07" autoAdjust="0"/>
    <p:restoredTop sz="93438" autoAdjust="0"/>
  </p:normalViewPr>
  <p:slideViewPr>
    <p:cSldViewPr snapToGrid="0" showGuides="1">
      <p:cViewPr varScale="1">
        <p:scale>
          <a:sx n="81" d="100"/>
          <a:sy n="81" d="100"/>
        </p:scale>
        <p:origin x="329" y="68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tags" Target="tags/tag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5/28/2025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第五周成果汇报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E381808-DC2B-4968-90B7-1B9740DA58B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3C24C8-E15F-3A92-3D01-088BD8FC2A5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9062A7-3F0B-A27C-F7ED-41E8862F6A67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b="1" dirty="0">
                <a:solidFill>
                  <a:schemeClr val="tx1"/>
                </a:solidFill>
              </a:rPr>
              <a:t>15.1-16.1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8" name="图片 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D41B73D2-A3CB-A6D1-5C69-3C7DAFAF7C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3187460"/>
            <a:ext cx="4750015" cy="2370288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2D46817-8B0E-DA6E-A450-E12C931181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310" y="3190917"/>
            <a:ext cx="4873295" cy="2366831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2348F000-EFCA-6A81-CD3D-CFAA21EB22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854117"/>
            <a:ext cx="4750015" cy="221214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E648389-F94E-9127-1C33-B6857EE7BC96}"/>
              </a:ext>
            </a:extLst>
          </p:cNvPr>
          <p:cNvSpPr/>
          <p:nvPr/>
        </p:nvSpPr>
        <p:spPr>
          <a:xfrm>
            <a:off x="6629401" y="1106324"/>
            <a:ext cx="2342326" cy="420036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EBD6291-5C28-E1F8-9783-81D31DCE26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98" y="824084"/>
            <a:ext cx="4873294" cy="221214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12D5AD-0E83-9E0C-2396-B1F541B70D3A}"/>
              </a:ext>
            </a:extLst>
          </p:cNvPr>
          <p:cNvSpPr/>
          <p:nvPr/>
        </p:nvSpPr>
        <p:spPr>
          <a:xfrm>
            <a:off x="3490812" y="1124703"/>
            <a:ext cx="179996" cy="419072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01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A38D-399A-9D68-9104-85A6F60E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D948C03-F731-A01B-1E16-77235E08AE3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E9FAB7-BDD0-5C67-FCE3-0BC0E7E9ACB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0B6E5B-A338-ACA1-9D74-9C17C1B6DC3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日龄外部温度大于</a:t>
            </a:r>
            <a:r>
              <a:rPr lang="en-US" altLang="zh-CN" sz="1400" dirty="0">
                <a:solidFill>
                  <a:schemeClr val="tx1"/>
                </a:solidFill>
              </a:rPr>
              <a:t>14.8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A5746E7-8234-F34F-09B5-C7522519B1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3328237"/>
            <a:ext cx="4782082" cy="2252041"/>
          </a:xfrm>
          <a:prstGeom prst="rect">
            <a:avLst/>
          </a:prstGeom>
        </p:spPr>
      </p:pic>
      <p:pic>
        <p:nvPicPr>
          <p:cNvPr id="13" name="图片 12" descr="图表, 折线图, 直方图">
            <a:extLst>
              <a:ext uri="{FF2B5EF4-FFF2-40B4-BE49-F238E27FC236}">
                <a16:creationId xmlns:a16="http://schemas.microsoft.com/office/drawing/2014/main" id="{D669D074-D177-5F51-9182-01B59D0A0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952" y="3327884"/>
            <a:ext cx="4782081" cy="2252041"/>
          </a:xfrm>
          <a:prstGeom prst="rect">
            <a:avLst/>
          </a:prstGeom>
        </p:spPr>
      </p:pic>
      <p:pic>
        <p:nvPicPr>
          <p:cNvPr id="21" name="图片 20" descr="图表&#10;&#10;AI 生成的内容可能不正确。">
            <a:extLst>
              <a:ext uri="{FF2B5EF4-FFF2-40B4-BE49-F238E27FC236}">
                <a16:creationId xmlns:a16="http://schemas.microsoft.com/office/drawing/2014/main" id="{667C8B7C-507E-BF8E-0D9D-DE69E40059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866775"/>
            <a:ext cx="4792107" cy="235417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98212D1-50B2-AEC3-A6E5-1B9E4BD9B88F}"/>
              </a:ext>
            </a:extLst>
          </p:cNvPr>
          <p:cNvSpPr/>
          <p:nvPr/>
        </p:nvSpPr>
        <p:spPr>
          <a:xfrm>
            <a:off x="6473798" y="1145569"/>
            <a:ext cx="1199748" cy="42358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9170D268-F6F4-C197-D68E-D7967DB7FE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866775"/>
            <a:ext cx="4782082" cy="233916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A93E3B-25D2-427F-2854-D3FD4CDB3E6A}"/>
              </a:ext>
            </a:extLst>
          </p:cNvPr>
          <p:cNvSpPr/>
          <p:nvPr/>
        </p:nvSpPr>
        <p:spPr>
          <a:xfrm>
            <a:off x="3572256" y="1145568"/>
            <a:ext cx="2008450" cy="428171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77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2247C45-DB22-7F1B-04DC-BD2099A25DB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7E27F5-5D56-FFBA-A010-D2FF41E7430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FEFF2C-2004-929F-6C0A-27BB0036236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75C1BAF2-0F7C-9C8A-738A-C4754DFA7F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3220948"/>
            <a:ext cx="4792107" cy="2364602"/>
          </a:xfrm>
          <a:prstGeom prst="rect">
            <a:avLst/>
          </a:prstGeom>
        </p:spPr>
      </p:pic>
      <p:pic>
        <p:nvPicPr>
          <p:cNvPr id="14" name="图片 13" descr="图形用户界面, 图表, 应用程序&#10;&#10;AI 生成的内容可能不正确。">
            <a:extLst>
              <a:ext uri="{FF2B5EF4-FFF2-40B4-BE49-F238E27FC236}">
                <a16:creationId xmlns:a16="http://schemas.microsoft.com/office/drawing/2014/main" id="{EF30DD0B-C925-2031-50C2-9EAFD8A119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5" y="3220948"/>
            <a:ext cx="4815841" cy="2364603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0BCAAEB8-2AD2-3172-B276-F62B0A66FF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21" y="828672"/>
            <a:ext cx="4769054" cy="226539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48F52BA-5E60-745B-E2BC-352E28FBFC9D}"/>
              </a:ext>
            </a:extLst>
          </p:cNvPr>
          <p:cNvSpPr/>
          <p:nvPr/>
        </p:nvSpPr>
        <p:spPr>
          <a:xfrm>
            <a:off x="6503542" y="1145568"/>
            <a:ext cx="914401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4BD4AA54-FFAA-1BE9-FF57-6CD2911F61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4" y="828671"/>
            <a:ext cx="4815841" cy="226539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25934FC-14FA-55EF-242C-3AEE61B9437D}"/>
              </a:ext>
            </a:extLst>
          </p:cNvPr>
          <p:cNvSpPr/>
          <p:nvPr/>
        </p:nvSpPr>
        <p:spPr>
          <a:xfrm>
            <a:off x="2851079" y="1133733"/>
            <a:ext cx="1037875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0807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554C398-A3B1-E0A7-8D71-E884C0D4D75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E44AA9-6360-DFA1-8285-1F4FF57CB118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F1B83C-570F-CF39-B986-34473E74E76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8CA232D-8DF1-B91F-609F-6FED963828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3145268"/>
            <a:ext cx="4730080" cy="2466188"/>
          </a:xfrm>
          <a:prstGeom prst="rect">
            <a:avLst/>
          </a:prstGeom>
        </p:spPr>
      </p:pic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142DB7E9-980C-5D39-D896-71ACAA3E3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3145268"/>
            <a:ext cx="4792151" cy="2466188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1D18F89A-E220-A21C-9D18-8D69CE801C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851461"/>
            <a:ext cx="4792151" cy="214081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F2BD070-699A-676C-B791-D63D59CAA619}"/>
              </a:ext>
            </a:extLst>
          </p:cNvPr>
          <p:cNvSpPr/>
          <p:nvPr/>
        </p:nvSpPr>
        <p:spPr>
          <a:xfrm>
            <a:off x="6466113" y="1145567"/>
            <a:ext cx="674426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FCD1EE5-2857-B7C1-DFDF-4831744A39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903476"/>
            <a:ext cx="4730080" cy="214081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A47A8D7-C32C-C1AA-4DE8-234BC70AF82B}"/>
              </a:ext>
            </a:extLst>
          </p:cNvPr>
          <p:cNvSpPr/>
          <p:nvPr/>
        </p:nvSpPr>
        <p:spPr>
          <a:xfrm>
            <a:off x="2866768" y="1145567"/>
            <a:ext cx="945291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1106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E98B975-F18D-4C0E-4597-D7BFF1C73A1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964836-C55A-675D-6F99-9A44B6D32604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1810D1-62DB-A689-0729-D5B8C74AD13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E30A7176-C72D-9784-A954-49D6F3951F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3179781"/>
            <a:ext cx="4902329" cy="2443845"/>
          </a:xfrm>
          <a:prstGeom prst="rect">
            <a:avLst/>
          </a:prstGeom>
        </p:spPr>
      </p:pic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342C425-4F9F-18E7-2D04-4F0869266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3179781"/>
            <a:ext cx="4796011" cy="2462027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3EAF2D3D-FF2C-CEC2-4C9B-D5E169A45A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887663"/>
            <a:ext cx="4902329" cy="220331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40BF0E7-13B6-1149-749A-F54F372F8189}"/>
              </a:ext>
            </a:extLst>
          </p:cNvPr>
          <p:cNvSpPr/>
          <p:nvPr/>
        </p:nvSpPr>
        <p:spPr>
          <a:xfrm>
            <a:off x="6449033" y="1145568"/>
            <a:ext cx="1094768" cy="420264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直方图&#10;&#10;AI 生成的内容可能不正确。">
            <a:extLst>
              <a:ext uri="{FF2B5EF4-FFF2-40B4-BE49-F238E27FC236}">
                <a16:creationId xmlns:a16="http://schemas.microsoft.com/office/drawing/2014/main" id="{126EAA86-59B6-3355-510E-999E58F857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882838"/>
            <a:ext cx="4796010" cy="220331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C6AA3F9-2D93-1B97-1F54-7ACBA194B2F2}"/>
              </a:ext>
            </a:extLst>
          </p:cNvPr>
          <p:cNvSpPr/>
          <p:nvPr/>
        </p:nvSpPr>
        <p:spPr>
          <a:xfrm>
            <a:off x="3381982" y="1176431"/>
            <a:ext cx="2152043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9073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3392E63-3A9A-6882-69AC-0715C7537AA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6B51CD-7726-F7D3-96B4-EC20EAA54CE4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FE06-9918-6541-AD05-2D042A5E1105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E452945B-47D1-0B13-9F68-B65B686C4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3229773"/>
            <a:ext cx="4793440" cy="2423453"/>
          </a:xfrm>
          <a:prstGeom prst="rect">
            <a:avLst/>
          </a:prstGeom>
        </p:spPr>
      </p:pic>
      <p:pic>
        <p:nvPicPr>
          <p:cNvPr id="16" name="图片 15" descr="图表, 折线图&#10;&#10;AI 生成的内容可能不正确。">
            <a:extLst>
              <a:ext uri="{FF2B5EF4-FFF2-40B4-BE49-F238E27FC236}">
                <a16:creationId xmlns:a16="http://schemas.microsoft.com/office/drawing/2014/main" id="{6BB65637-9B84-EBA8-DBB1-F9E8C2655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827" y="3263264"/>
            <a:ext cx="4793441" cy="2389963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2D761FAB-4936-63EF-BC32-F7F88BFB19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640" y="859639"/>
            <a:ext cx="4793440" cy="22627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B20C106-30A5-7D96-D97C-18544D5FB6A9}"/>
              </a:ext>
            </a:extLst>
          </p:cNvPr>
          <p:cNvSpPr/>
          <p:nvPr/>
        </p:nvSpPr>
        <p:spPr>
          <a:xfrm>
            <a:off x="7322883" y="1159229"/>
            <a:ext cx="478091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478BDA24-EF50-7DE5-D094-ADEB6556B5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859638"/>
            <a:ext cx="4793440" cy="226277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0E7FDED-F335-8722-E848-F678F71B782D}"/>
              </a:ext>
            </a:extLst>
          </p:cNvPr>
          <p:cNvSpPr/>
          <p:nvPr/>
        </p:nvSpPr>
        <p:spPr>
          <a:xfrm>
            <a:off x="4230061" y="1145568"/>
            <a:ext cx="1389689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8385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FD8B60-94A5-0180-9658-CB68BE103C8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23AB86-57B7-AF36-F4AB-EEFD1A95523A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4B1A37-EB8A-3BC2-05E4-20811B8F2D74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DACEA63-7FB0-B4A1-B422-D8F87DC5F7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41" y="3306010"/>
            <a:ext cx="4879430" cy="2302000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F1542255-8A4D-3148-96EB-4DBDBFE394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3306009"/>
            <a:ext cx="4829384" cy="2302000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7F508A17-35D3-E2B4-16A4-5896F891B4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1" y="892835"/>
            <a:ext cx="4904322" cy="2302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F8E338-ABCD-9958-931B-7B8BEEC2A089}"/>
              </a:ext>
            </a:extLst>
          </p:cNvPr>
          <p:cNvSpPr/>
          <p:nvPr/>
        </p:nvSpPr>
        <p:spPr>
          <a:xfrm>
            <a:off x="6457950" y="1172457"/>
            <a:ext cx="771525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6" name="图片 25" descr="图表, 折线图&#10;&#10;AI 生成的内容可能不正确。">
            <a:extLst>
              <a:ext uri="{FF2B5EF4-FFF2-40B4-BE49-F238E27FC236}">
                <a16:creationId xmlns:a16="http://schemas.microsoft.com/office/drawing/2014/main" id="{2638A323-0823-3CE0-1829-7B460213FA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884387"/>
            <a:ext cx="4829384" cy="2302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023911C-403D-7397-E188-982B34963FB9}"/>
              </a:ext>
            </a:extLst>
          </p:cNvPr>
          <p:cNvSpPr/>
          <p:nvPr/>
        </p:nvSpPr>
        <p:spPr>
          <a:xfrm>
            <a:off x="4095749" y="1172457"/>
            <a:ext cx="152400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3967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7EB31D4-5FA9-3A5B-49C7-C4B9CACD887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8EF3D3-DD2D-E766-C111-A55082C49AA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C82021-A8CA-6E82-8DB2-8B7F7BA0B8E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6543FEBC-0646-B5A2-6C53-C55CD2E68B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3307348"/>
            <a:ext cx="4832555" cy="2302701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1873FBCF-952A-C251-432D-6746DDEA6C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3283877"/>
            <a:ext cx="4832555" cy="2326172"/>
          </a:xfrm>
          <a:prstGeom prst="rect">
            <a:avLst/>
          </a:prstGeom>
        </p:spPr>
      </p:pic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B5529D41-6446-80F2-A230-5EC8CE04FA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855322"/>
            <a:ext cx="4832555" cy="232617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66DDC9D-7E98-1975-2A22-69E74C99CC26}"/>
              </a:ext>
            </a:extLst>
          </p:cNvPr>
          <p:cNvSpPr/>
          <p:nvPr/>
        </p:nvSpPr>
        <p:spPr>
          <a:xfrm>
            <a:off x="6481119" y="1200458"/>
            <a:ext cx="1167457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7DF05F74-9D2F-1B25-290E-09002CDB1B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871261"/>
            <a:ext cx="4832555" cy="225962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D764612-0A16-8D64-31B3-ACFA6E660DFB}"/>
              </a:ext>
            </a:extLst>
          </p:cNvPr>
          <p:cNvSpPr/>
          <p:nvPr/>
        </p:nvSpPr>
        <p:spPr>
          <a:xfrm>
            <a:off x="4065373" y="1145568"/>
            <a:ext cx="1468652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9007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99AB3B2-9FA9-2D22-C5A2-E5B214A1525C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FFB624-4EC7-F797-2E62-C645FFAD8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98" y="564136"/>
            <a:ext cx="6346532" cy="3332734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4AFBCA0-E656-E6A8-1DEA-CBA10353B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124431"/>
              </p:ext>
            </p:extLst>
          </p:nvPr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9.3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17.6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29.1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27.6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29.1(max)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19.1(max)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25.2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24.4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22.7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C79D5ED-E4A2-BB45-AF5A-CDEC1F67F384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7B5743-0326-7AA6-6421-351BF8B7B2DB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21C5C4-06F1-2880-7BA3-67BC9E936650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E98CC1A-620C-9C77-F8C9-93B29CCDDDB8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2FFFFA7E-F70B-2C79-5658-10B98466A88B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FF3B98-46D1-FD75-4866-16D58EC1D5AA}"/>
              </a:ext>
            </a:extLst>
          </p:cNvPr>
          <p:cNvSpPr/>
          <p:nvPr/>
        </p:nvSpPr>
        <p:spPr>
          <a:xfrm>
            <a:off x="5308414" y="667847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</p:spTree>
    <p:extLst>
      <p:ext uri="{BB962C8B-B14F-4D97-AF65-F5344CB8AC3E}">
        <p14:creationId xmlns:p14="http://schemas.microsoft.com/office/powerpoint/2010/main" val="236682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36ED-637C-30FC-BE81-66BDE5FC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8183DB2-6749-B03C-DAD2-BD52F4E9CC3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57E9CF-5662-ECC0-7B5C-C8C674DBBC4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24A1EC-1DA7-10F3-5608-6BE8D116FCD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dirty="0">
                <a:solidFill>
                  <a:schemeClr val="tx1"/>
                </a:solidFill>
              </a:rPr>
              <a:t>27.1-32.2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F2919403-8890-17D6-0F17-466B4FAA6C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52144"/>
            <a:ext cx="4747542" cy="2354694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3D692B06-A283-3D48-5613-4107F9FFC3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236" y="3220949"/>
            <a:ext cx="4776055" cy="2354694"/>
          </a:xfrm>
          <a:prstGeom prst="rect">
            <a:avLst/>
          </a:prstGeom>
        </p:spPr>
      </p:pic>
      <p:pic>
        <p:nvPicPr>
          <p:cNvPr id="26" name="图片 25" descr="图形用户界面, 图表&#10;&#10;AI 生成的内容可能不正确。">
            <a:extLst>
              <a:ext uri="{FF2B5EF4-FFF2-40B4-BE49-F238E27FC236}">
                <a16:creationId xmlns:a16="http://schemas.microsoft.com/office/drawing/2014/main" id="{B95A97CE-04F0-C197-BD89-1FE96A18BC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19154"/>
            <a:ext cx="4726003" cy="2279999"/>
          </a:xfrm>
          <a:prstGeom prst="rect">
            <a:avLst/>
          </a:prstGeom>
        </p:spPr>
      </p:pic>
      <p:pic>
        <p:nvPicPr>
          <p:cNvPr id="28" name="图片 27" descr="图表, 折线图&#10;&#10;AI 生成的内容可能不正确。">
            <a:extLst>
              <a:ext uri="{FF2B5EF4-FFF2-40B4-BE49-F238E27FC236}">
                <a16:creationId xmlns:a16="http://schemas.microsoft.com/office/drawing/2014/main" id="{8302C9DF-537F-F3BE-F3A4-B5B4D77984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97" y="819154"/>
            <a:ext cx="4797595" cy="2279998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7D0E0A01-02D6-23E9-05F3-2C5A54C561D8}"/>
              </a:ext>
            </a:extLst>
          </p:cNvPr>
          <p:cNvSpPr/>
          <p:nvPr/>
        </p:nvSpPr>
        <p:spPr>
          <a:xfrm>
            <a:off x="4841507" y="1172457"/>
            <a:ext cx="72958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166C74-D23F-FBC0-740F-34E58956F799}"/>
              </a:ext>
            </a:extLst>
          </p:cNvPr>
          <p:cNvSpPr/>
          <p:nvPr/>
        </p:nvSpPr>
        <p:spPr>
          <a:xfrm>
            <a:off x="9638717" y="1095895"/>
            <a:ext cx="90545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0594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F23C-B5AF-74CB-58BB-EE781438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C0E477C-4067-E119-E930-9D661C7A4A6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069C7C-35AB-33DB-1E93-987990DD790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28E086-8E6D-C7E6-2DE8-13FEFDF2A7B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日龄外部温度大于</a:t>
            </a:r>
            <a:r>
              <a:rPr lang="en-US" altLang="zh-CN" sz="1400" dirty="0">
                <a:solidFill>
                  <a:schemeClr val="tx1"/>
                </a:solidFill>
              </a:rPr>
              <a:t>14.8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7" name="图片 6" descr="图表, 折线图, 直方图&#10;&#10;AI 生成的内容可能不正确。">
            <a:extLst>
              <a:ext uri="{FF2B5EF4-FFF2-40B4-BE49-F238E27FC236}">
                <a16:creationId xmlns:a16="http://schemas.microsoft.com/office/drawing/2014/main" id="{3CC0E6A7-600E-EEFF-4B73-046F64B5B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5519"/>
            <a:ext cx="4851354" cy="2381533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467D6291-0E46-219B-A55B-83164DC23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3260643"/>
            <a:ext cx="4774132" cy="2340008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C9519B4F-D3DF-3A97-0173-51F36430D0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847332"/>
            <a:ext cx="4774132" cy="2260320"/>
          </a:xfrm>
          <a:prstGeom prst="rect">
            <a:avLst/>
          </a:prstGeom>
        </p:spPr>
      </p:pic>
      <p:pic>
        <p:nvPicPr>
          <p:cNvPr id="26" name="图片 25" descr="图表, 直方图&#10;&#10;AI 生成的内容可能不正确。">
            <a:extLst>
              <a:ext uri="{FF2B5EF4-FFF2-40B4-BE49-F238E27FC236}">
                <a16:creationId xmlns:a16="http://schemas.microsoft.com/office/drawing/2014/main" id="{1BEA6D9E-0432-042C-83B2-FB19CE1520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7332"/>
            <a:ext cx="4851354" cy="2260321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ADDCA7F3-55EB-D8FB-81ED-A9C6F8154F86}"/>
              </a:ext>
            </a:extLst>
          </p:cNvPr>
          <p:cNvSpPr/>
          <p:nvPr/>
        </p:nvSpPr>
        <p:spPr>
          <a:xfrm>
            <a:off x="5255879" y="1172457"/>
            <a:ext cx="4115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27B6DB-7524-31D5-043A-C588E5E2ABD6}"/>
              </a:ext>
            </a:extLst>
          </p:cNvPr>
          <p:cNvSpPr/>
          <p:nvPr/>
        </p:nvSpPr>
        <p:spPr>
          <a:xfrm>
            <a:off x="8706010" y="1172457"/>
            <a:ext cx="190196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240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58C3-AD81-3C19-FF57-C05E821F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435EA1E-1362-E0F1-4786-75BF3E7EECB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DA15C8-7BC9-38FF-3242-C300991FD5A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17B02E-5439-1DD6-EE3C-CA0A99996534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B8CEE371-E258-A479-4BD0-36033ED14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70" y="3226749"/>
            <a:ext cx="4881474" cy="2408051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7266F244-E48E-1A24-673C-220F2556C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3226749"/>
            <a:ext cx="4799040" cy="2408051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F4767AC9-364E-C12F-8E4E-269C1E536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26037"/>
            <a:ext cx="4881473" cy="230414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A74CF139-B09F-945E-3E3E-01219169D5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844974"/>
            <a:ext cx="4799040" cy="2285203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095C7F9-9D62-C132-DF40-E3E84DE86B32}"/>
              </a:ext>
            </a:extLst>
          </p:cNvPr>
          <p:cNvSpPr/>
          <p:nvPr/>
        </p:nvSpPr>
        <p:spPr>
          <a:xfrm>
            <a:off x="5401876" y="1172413"/>
            <a:ext cx="276625" cy="424731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80F475-B49D-C321-8EEF-057428C3EC92}"/>
              </a:ext>
            </a:extLst>
          </p:cNvPr>
          <p:cNvSpPr/>
          <p:nvPr/>
        </p:nvSpPr>
        <p:spPr>
          <a:xfrm>
            <a:off x="9251576" y="1145568"/>
            <a:ext cx="1356402" cy="4274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2574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DC31-C5A6-881B-5D1A-C0C5A463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8B7CCA1-7FBB-77FB-E443-E0CAB59F554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75FA4B-33BA-BB91-E4C3-C920AF8F80F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A08C0C-2F0A-85D0-BEFF-85FE310074E9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0AAD724C-A5F8-DB0A-0F29-CEA893DF48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96" y="3272981"/>
            <a:ext cx="5002031" cy="2309671"/>
          </a:xfrm>
          <a:prstGeom prst="rect">
            <a:avLst/>
          </a:prstGeom>
        </p:spPr>
      </p:pic>
      <p:pic>
        <p:nvPicPr>
          <p:cNvPr id="16" name="图片 15" descr="图表, 直方图&#10;&#10;AI 生成的内容可能不正确。">
            <a:extLst>
              <a:ext uri="{FF2B5EF4-FFF2-40B4-BE49-F238E27FC236}">
                <a16:creationId xmlns:a16="http://schemas.microsoft.com/office/drawing/2014/main" id="{81B9DD4A-6DA7-53B9-732E-912FCD53AB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3272982"/>
            <a:ext cx="4700844" cy="230967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3C00A5D-1817-00DA-3F4C-59F690A571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876290"/>
            <a:ext cx="4700844" cy="2309670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E00F8831-A6FC-8196-F722-6D3AE3313C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5" y="876290"/>
            <a:ext cx="5015672" cy="23096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1AA28E6-F41D-EA55-183A-A4CADE4A246A}"/>
              </a:ext>
            </a:extLst>
          </p:cNvPr>
          <p:cNvSpPr/>
          <p:nvPr/>
        </p:nvSpPr>
        <p:spPr>
          <a:xfrm>
            <a:off x="4887045" y="1145568"/>
            <a:ext cx="878996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BF3057-759A-4CCB-9876-B257C040639E}"/>
              </a:ext>
            </a:extLst>
          </p:cNvPr>
          <p:cNvSpPr/>
          <p:nvPr/>
        </p:nvSpPr>
        <p:spPr>
          <a:xfrm>
            <a:off x="8912611" y="1150307"/>
            <a:ext cx="1671446" cy="419010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8802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B8EE-FB7F-0B84-ACCF-96375F6CF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AC3EAF5-086B-0360-3CF1-D5BD67039C4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7D12D1-A9A0-84C1-A5C6-0BF02F88A4C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D42871-23C7-5CFE-B3EE-668C1D0FDE5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49869568-9810-86CD-3C5D-AFB1A414D1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5" y="3350898"/>
            <a:ext cx="4985315" cy="22819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9E1E6F0-EF23-4259-6FD2-E333A1826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350898"/>
            <a:ext cx="4625975" cy="22819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3CF65B1-1191-9093-13EB-614BADCDF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873515"/>
            <a:ext cx="4985315" cy="230282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3EB06D0E-C528-182F-35E6-62A2BF5D8D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873515"/>
            <a:ext cx="4625975" cy="2302821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864EBCC1-779F-A463-6CE1-5129979EB9F7}"/>
              </a:ext>
            </a:extLst>
          </p:cNvPr>
          <p:cNvSpPr/>
          <p:nvPr/>
        </p:nvSpPr>
        <p:spPr>
          <a:xfrm>
            <a:off x="5478671" y="1225162"/>
            <a:ext cx="261044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D666CA-160A-E8F9-6C04-CAD0A0657D20}"/>
              </a:ext>
            </a:extLst>
          </p:cNvPr>
          <p:cNvSpPr/>
          <p:nvPr/>
        </p:nvSpPr>
        <p:spPr>
          <a:xfrm>
            <a:off x="9144001" y="1211162"/>
            <a:ext cx="1367758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7295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CD0A-0A87-D1E3-6A89-CD9B180A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C49D28D-D2FE-43C5-8F8C-C9066BC86E6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F39698-7DE0-90D5-B59D-C0C2EB0094DA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9739C7-7115-AC87-44AA-2C87F47ABB7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AFC47DC8-9169-D296-D7B2-3F753BBA2D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3224818"/>
            <a:ext cx="5043658" cy="2340856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5FE75C29-9BE8-4B70-C0BC-5CD48F0718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3224817"/>
            <a:ext cx="4720589" cy="2340855"/>
          </a:xfrm>
          <a:prstGeom prst="rect">
            <a:avLst/>
          </a:prstGeom>
        </p:spPr>
      </p:pic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54C553FB-48CB-CACF-0317-710E59BB73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885521"/>
            <a:ext cx="4720588" cy="2183711"/>
          </a:xfrm>
          <a:prstGeom prst="rect">
            <a:avLst/>
          </a:prstGeom>
        </p:spPr>
      </p:pic>
      <p:pic>
        <p:nvPicPr>
          <p:cNvPr id="18" name="图片 1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AB50F704-183D-9470-E448-BA8AD462B0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885523"/>
            <a:ext cx="5043658" cy="2183711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51118FE4-55DF-AA49-E3F1-C7737ABFD699}"/>
              </a:ext>
            </a:extLst>
          </p:cNvPr>
          <p:cNvSpPr/>
          <p:nvPr/>
        </p:nvSpPr>
        <p:spPr>
          <a:xfrm>
            <a:off x="5191125" y="1172457"/>
            <a:ext cx="6191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8A7B63-B2AD-2024-0D9F-ADB9CDF9E147}"/>
              </a:ext>
            </a:extLst>
          </p:cNvPr>
          <p:cNvSpPr/>
          <p:nvPr/>
        </p:nvSpPr>
        <p:spPr>
          <a:xfrm>
            <a:off x="8916645" y="1167725"/>
            <a:ext cx="1741830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4584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22FB-A30B-CB03-9260-C2AEC0B4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E82F06D-C504-04C2-5313-FF01FDEE1CF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1B017E-8DE4-DD58-1958-A21D91E1AC4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85657D-3265-288F-EB70-C10381A1E50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DCA01495-3DE7-4289-0D69-57C453BD42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2" y="3205213"/>
            <a:ext cx="5065531" cy="2398510"/>
          </a:xfrm>
          <a:prstGeom prst="rect">
            <a:avLst/>
          </a:prstGeom>
        </p:spPr>
      </p:pic>
      <p:pic>
        <p:nvPicPr>
          <p:cNvPr id="12" name="图片 11" descr="图表, 直方图&#10;&#10;AI 生成的内容可能不正确。">
            <a:extLst>
              <a:ext uri="{FF2B5EF4-FFF2-40B4-BE49-F238E27FC236}">
                <a16:creationId xmlns:a16="http://schemas.microsoft.com/office/drawing/2014/main" id="{E12B4551-2BB2-88FF-96A0-A2A68DE682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3205213"/>
            <a:ext cx="4626290" cy="2398510"/>
          </a:xfrm>
          <a:prstGeom prst="rect">
            <a:avLst/>
          </a:prstGeom>
        </p:spPr>
      </p:pic>
      <p:pic>
        <p:nvPicPr>
          <p:cNvPr id="16" name="图片 15" descr="图表, 折线图, 直方图&#10;&#10;AI 生成的内容可能不正确。">
            <a:extLst>
              <a:ext uri="{FF2B5EF4-FFF2-40B4-BE49-F238E27FC236}">
                <a16:creationId xmlns:a16="http://schemas.microsoft.com/office/drawing/2014/main" id="{FDC80555-F80D-A49C-FABF-5D91115AA0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875899"/>
            <a:ext cx="5065531" cy="2220605"/>
          </a:xfrm>
          <a:prstGeom prst="rect">
            <a:avLst/>
          </a:prstGeom>
        </p:spPr>
      </p:pic>
      <p:pic>
        <p:nvPicPr>
          <p:cNvPr id="19" name="图片 18" descr="图表, 直方图&#10;&#10;AI 生成的内容可能不正确。">
            <a:extLst>
              <a:ext uri="{FF2B5EF4-FFF2-40B4-BE49-F238E27FC236}">
                <a16:creationId xmlns:a16="http://schemas.microsoft.com/office/drawing/2014/main" id="{59DBDDB2-8793-57E6-F559-47350FF87D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875899"/>
            <a:ext cx="4626290" cy="222060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BCFCE28-8790-A8BB-B4E3-E14A9F64EC16}"/>
              </a:ext>
            </a:extLst>
          </p:cNvPr>
          <p:cNvSpPr/>
          <p:nvPr/>
        </p:nvSpPr>
        <p:spPr>
          <a:xfrm>
            <a:off x="5286614" y="1172457"/>
            <a:ext cx="55325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29D4A3-23B3-AD9B-15D5-32A5196C9124}"/>
              </a:ext>
            </a:extLst>
          </p:cNvPr>
          <p:cNvSpPr/>
          <p:nvPr/>
        </p:nvSpPr>
        <p:spPr>
          <a:xfrm>
            <a:off x="9353550" y="1084127"/>
            <a:ext cx="1254427" cy="4283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3385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C046-8B3A-8502-5EFC-1A034926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AA70B32-7340-20E7-A8CF-63D04534C1F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FFECF9-ABEF-4A31-F268-15739513D72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FBA395-E613-90DE-DD16-14371D80B01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31B0831E-C39D-F9D8-F7E4-4101111FD6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1" y="3202683"/>
            <a:ext cx="5005477" cy="2398715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6437E24D-834E-B0D1-02E5-BB7C2BED62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02683"/>
            <a:ext cx="4698757" cy="239871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E620B38C-33BE-3ED3-C31F-605330293F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866273"/>
            <a:ext cx="4698757" cy="2225375"/>
          </a:xfrm>
          <a:prstGeom prst="rect">
            <a:avLst/>
          </a:prstGeom>
        </p:spPr>
      </p:pic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AC17852F-2AD2-BBF0-5FCB-2D3D6DE31D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866273"/>
            <a:ext cx="5005477" cy="222537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47EB8D98-880C-5062-F1B0-102B6D1A8DA6}"/>
              </a:ext>
            </a:extLst>
          </p:cNvPr>
          <p:cNvSpPr/>
          <p:nvPr/>
        </p:nvSpPr>
        <p:spPr>
          <a:xfrm>
            <a:off x="4000501" y="1172457"/>
            <a:ext cx="390524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5FAF5E-9608-92E7-EC96-084FD4C1BC0A}"/>
              </a:ext>
            </a:extLst>
          </p:cNvPr>
          <p:cNvSpPr/>
          <p:nvPr/>
        </p:nvSpPr>
        <p:spPr>
          <a:xfrm>
            <a:off x="8513910" y="1172455"/>
            <a:ext cx="2094068" cy="419484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4205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A96D-6050-5904-5F87-5F7B3E18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9DD4808-48F3-45F1-21DD-27944CC1B0F0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38A95F-2AA8-845B-52A2-778015ECA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669063"/>
              </p:ext>
            </p:extLst>
          </p:nvPr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66EEF3D-39D7-ED02-4C33-94F5FD6A16DE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3272C8-DE1B-43E3-F462-868CBE6699F0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136101-3B14-0156-0F05-CDC37E2B4135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E9578C8-C49C-C307-F23F-CCA0BF169F23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BA8FC29B-3624-E11A-139E-91F42144E437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7F10B5-0E41-6035-7EB1-04A0B68AA97E}"/>
              </a:ext>
            </a:extLst>
          </p:cNvPr>
          <p:cNvSpPr/>
          <p:nvPr/>
        </p:nvSpPr>
        <p:spPr>
          <a:xfrm>
            <a:off x="5308414" y="667847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待补充</a:t>
            </a:r>
          </a:p>
        </p:txBody>
      </p:sp>
    </p:spTree>
    <p:extLst>
      <p:ext uri="{BB962C8B-B14F-4D97-AF65-F5344CB8AC3E}">
        <p14:creationId xmlns:p14="http://schemas.microsoft.com/office/powerpoint/2010/main" val="211064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9212" y="2246743"/>
            <a:ext cx="9192622" cy="2088951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779852-367B-483D-8C46-CF2C7DC5D261}">
  <ds:schemaRefs/>
</ds:datastoreItem>
</file>

<file path=customXml/itemProps2.xml><?xml version="1.0" encoding="utf-8"?>
<ds:datastoreItem xmlns:ds="http://schemas.openxmlformats.org/officeDocument/2006/customXml" ds:itemID="{E2663518-7548-4643-8219-608BFF0DFA0C}">
  <ds:schemaRefs/>
</ds:datastoreItem>
</file>

<file path=customXml/itemProps3.xml><?xml version="1.0" encoding="utf-8"?>
<ds:datastoreItem xmlns:ds="http://schemas.openxmlformats.org/officeDocument/2006/customXml" ds:itemID="{E3E925E4-5239-4639-A029-07B3CFD6A3F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4926</TotalTime>
  <Words>1291</Words>
  <Application>Microsoft Office PowerPoint</Application>
  <PresentationFormat>宽屏</PresentationFormat>
  <Paragraphs>168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Anova Bold</vt:lpstr>
      <vt:lpstr>Anova Light</vt:lpstr>
      <vt:lpstr>DeepSeek-CJK-patch</vt:lpstr>
      <vt:lpstr>Inter</vt:lpstr>
      <vt:lpstr>等线</vt:lpstr>
      <vt:lpstr>等线 Light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第五周成果汇报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223</cp:revision>
  <dcterms:created xsi:type="dcterms:W3CDTF">2023-10-08T03:09:00Z</dcterms:created>
  <dcterms:modified xsi:type="dcterms:W3CDTF">2025-05-28T06:31:31Z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