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70"/>
  </p:notesMasterIdLst>
  <p:handoutMasterIdLst>
    <p:handoutMasterId r:id="rId71"/>
  </p:handoutMasterIdLst>
  <p:sldIdLst>
    <p:sldId id="16771194" r:id="rId6"/>
    <p:sldId id="16771204" r:id="rId7"/>
    <p:sldId id="2147477425" r:id="rId8"/>
    <p:sldId id="2147477515" r:id="rId9"/>
    <p:sldId id="2147477546" r:id="rId10"/>
    <p:sldId id="2147477507" r:id="rId11"/>
    <p:sldId id="2147477508" r:id="rId12"/>
    <p:sldId id="2147477509" r:id="rId13"/>
    <p:sldId id="2147477510" r:id="rId14"/>
    <p:sldId id="2147477512" r:id="rId15"/>
    <p:sldId id="2147477511" r:id="rId16"/>
    <p:sldId id="2147477513" r:id="rId17"/>
    <p:sldId id="2147477514" r:id="rId18"/>
    <p:sldId id="2147477548" r:id="rId19"/>
    <p:sldId id="2147477553" r:id="rId20"/>
    <p:sldId id="2147477554" r:id="rId21"/>
    <p:sldId id="2147477555" r:id="rId22"/>
    <p:sldId id="2147477556" r:id="rId23"/>
    <p:sldId id="2147477524" r:id="rId24"/>
    <p:sldId id="2147477545" r:id="rId25"/>
    <p:sldId id="2147477516" r:id="rId26"/>
    <p:sldId id="2147477517" r:id="rId27"/>
    <p:sldId id="2147477518" r:id="rId28"/>
    <p:sldId id="2147477519" r:id="rId29"/>
    <p:sldId id="2147477520" r:id="rId30"/>
    <p:sldId id="2147477521" r:id="rId31"/>
    <p:sldId id="2147477522" r:id="rId32"/>
    <p:sldId id="2147477523" r:id="rId33"/>
    <p:sldId id="2147477552" r:id="rId34"/>
    <p:sldId id="2147477547" r:id="rId35"/>
    <p:sldId id="2147477549" r:id="rId36"/>
    <p:sldId id="2147477550" r:id="rId37"/>
    <p:sldId id="2147477551" r:id="rId38"/>
    <p:sldId id="2147477533" r:id="rId39"/>
    <p:sldId id="2147477534" r:id="rId40"/>
    <p:sldId id="2147477525" r:id="rId41"/>
    <p:sldId id="2147477526" r:id="rId42"/>
    <p:sldId id="2147477527" r:id="rId43"/>
    <p:sldId id="2147477528" r:id="rId44"/>
    <p:sldId id="2147477529" r:id="rId45"/>
    <p:sldId id="2147477530" r:id="rId46"/>
    <p:sldId id="2147477531" r:id="rId47"/>
    <p:sldId id="2147477532" r:id="rId48"/>
    <p:sldId id="2147477557" r:id="rId49"/>
    <p:sldId id="2147477558" r:id="rId50"/>
    <p:sldId id="2147477559" r:id="rId51"/>
    <p:sldId id="2147477560" r:id="rId52"/>
    <p:sldId id="2147477561" r:id="rId53"/>
    <p:sldId id="2147477535" r:id="rId54"/>
    <p:sldId id="2147477536" r:id="rId55"/>
    <p:sldId id="2147477537" r:id="rId56"/>
    <p:sldId id="2147477538" r:id="rId57"/>
    <p:sldId id="2147477539" r:id="rId58"/>
    <p:sldId id="2147477540" r:id="rId59"/>
    <p:sldId id="2147477541" r:id="rId60"/>
    <p:sldId id="2147477542" r:id="rId61"/>
    <p:sldId id="2147477543" r:id="rId62"/>
    <p:sldId id="2147477544" r:id="rId63"/>
    <p:sldId id="2147477562" r:id="rId64"/>
    <p:sldId id="2147477563" r:id="rId65"/>
    <p:sldId id="2147477564" r:id="rId66"/>
    <p:sldId id="2147477565" r:id="rId67"/>
    <p:sldId id="2147477566" r:id="rId68"/>
    <p:sldId id="2147477430" r:id="rId69"/>
  </p:sldIdLst>
  <p:sldSz cx="12192000" cy="6858000"/>
  <p:notesSz cx="6858000" cy="9144000"/>
  <p:custDataLst>
    <p:tags r:id="rId72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  <p14:sldId id="16771204"/>
            <p14:sldId id="2147477425"/>
          </p14:sldIdLst>
        </p14:section>
        <p14:section name="数据" id="{2FECDC8B-DE91-4323-AA2B-D801C56C963D}">
          <p14:sldIdLst/>
        </p14:section>
        <p14:section name="死淘" id="{132B593A-E1D9-4DD8-8D75-8389B5773F71}">
          <p14:sldIdLst/>
        </p14:section>
        <p14:section name="eef" id="{0CBA3FCE-B567-4F49-936C-7A69C0064915}">
          <p14:sldIdLst/>
        </p14:section>
        <p14:section name="综合分析" id="{39D6EB33-D176-4FFB-96B9-C60E24F1B3DB}">
          <p14:sldIdLst/>
        </p14:section>
        <p14:section name="冬季" id="{5529DEFB-D291-4180-B135-1C58AD57690E}">
          <p14:sldIdLst>
            <p14:sldId id="2147477515"/>
            <p14:sldId id="2147477546"/>
            <p14:sldId id="2147477507"/>
            <p14:sldId id="2147477508"/>
            <p14:sldId id="2147477509"/>
            <p14:sldId id="2147477510"/>
            <p14:sldId id="2147477512"/>
            <p14:sldId id="2147477511"/>
            <p14:sldId id="2147477513"/>
            <p14:sldId id="2147477514"/>
            <p14:sldId id="2147477548"/>
            <p14:sldId id="2147477553"/>
            <p14:sldId id="2147477554"/>
            <p14:sldId id="2147477555"/>
            <p14:sldId id="2147477556"/>
          </p14:sldIdLst>
        </p14:section>
        <p14:section name="秋季" id="{638D3B15-74AA-4266-B07B-9602D65E4C60}">
          <p14:sldIdLst>
            <p14:sldId id="2147477524"/>
            <p14:sldId id="2147477545"/>
            <p14:sldId id="2147477516"/>
            <p14:sldId id="2147477517"/>
            <p14:sldId id="2147477518"/>
            <p14:sldId id="2147477519"/>
            <p14:sldId id="2147477520"/>
            <p14:sldId id="2147477521"/>
            <p14:sldId id="2147477522"/>
            <p14:sldId id="2147477523"/>
            <p14:sldId id="2147477552"/>
            <p14:sldId id="2147477547"/>
            <p14:sldId id="2147477549"/>
            <p14:sldId id="2147477550"/>
            <p14:sldId id="2147477551"/>
          </p14:sldIdLst>
        </p14:section>
        <p14:section name="夏季" id="{B86F3F91-4136-4C59-B05F-F943D4768B99}">
          <p14:sldIdLst>
            <p14:sldId id="2147477533"/>
            <p14:sldId id="2147477534"/>
            <p14:sldId id="2147477525"/>
            <p14:sldId id="2147477526"/>
            <p14:sldId id="2147477527"/>
            <p14:sldId id="2147477528"/>
            <p14:sldId id="2147477529"/>
            <p14:sldId id="2147477530"/>
            <p14:sldId id="2147477531"/>
            <p14:sldId id="2147477532"/>
            <p14:sldId id="2147477557"/>
            <p14:sldId id="2147477558"/>
            <p14:sldId id="2147477559"/>
            <p14:sldId id="2147477560"/>
            <p14:sldId id="2147477561"/>
          </p14:sldIdLst>
        </p14:section>
        <p14:section name="春季" id="{EBE5321F-471F-440F-948E-2AC289569371}">
          <p14:sldIdLst>
            <p14:sldId id="2147477535"/>
            <p14:sldId id="2147477536"/>
            <p14:sldId id="2147477537"/>
            <p14:sldId id="2147477538"/>
            <p14:sldId id="2147477539"/>
            <p14:sldId id="2147477540"/>
            <p14:sldId id="2147477541"/>
            <p14:sldId id="2147477542"/>
            <p14:sldId id="2147477543"/>
            <p14:sldId id="2147477544"/>
            <p14:sldId id="2147477562"/>
            <p14:sldId id="2147477563"/>
            <p14:sldId id="2147477564"/>
            <p14:sldId id="2147477565"/>
            <p14:sldId id="2147477566"/>
          </p14:sldIdLst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22" autoAdjust="0"/>
    <p:restoredTop sz="93438" autoAdjust="0"/>
  </p:normalViewPr>
  <p:slideViewPr>
    <p:cSldViewPr snapToGrid="0" showGuides="1">
      <p:cViewPr varScale="1">
        <p:scale>
          <a:sx n="81" d="100"/>
          <a:sy n="81" d="100"/>
        </p:scale>
        <p:origin x="958" y="68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tags" Target="tags/tag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notesMaster" Target="notesMasters/notesMaster1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tableStyles" Target="tableStyles.xml"/><Relationship Id="rId7" Type="http://schemas.openxmlformats.org/officeDocument/2006/relationships/slide" Target="slides/slide2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5/29/2025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5/29/2025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emf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emf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emf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1.png"/><Relationship Id="rId4" Type="http://schemas.openxmlformats.org/officeDocument/2006/relationships/image" Target="../media/image18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9.png"/><Relationship Id="rId4" Type="http://schemas.openxmlformats.org/officeDocument/2006/relationships/image" Target="../media/image18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7.png"/><Relationship Id="rId4" Type="http://schemas.openxmlformats.org/officeDocument/2006/relationships/image" Target="../media/image19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emf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7.png"/><Relationship Id="rId4" Type="http://schemas.openxmlformats.org/officeDocument/2006/relationships/image" Target="../media/image20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1.png"/><Relationship Id="rId4" Type="http://schemas.openxmlformats.org/officeDocument/2006/relationships/image" Target="../media/image2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5.png"/><Relationship Id="rId4" Type="http://schemas.openxmlformats.org/officeDocument/2006/relationships/image" Target="../media/image21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9.png"/><Relationship Id="rId4" Type="http://schemas.openxmlformats.org/officeDocument/2006/relationships/image" Target="../media/image218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第五周成果汇报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数据清洗与整合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99AB3B2-9FA9-2D22-C5A2-E5B214A1525C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FFB624-4EC7-F797-2E62-C645FFAD8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98" y="564136"/>
            <a:ext cx="6346532" cy="3332734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4AFBCA0-E656-E6A8-1DEA-CBA10353B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124431"/>
              </p:ext>
            </p:extLst>
          </p:nvPr>
        </p:nvGraphicFramePr>
        <p:xfrm>
          <a:off x="1376274" y="4101288"/>
          <a:ext cx="4303118" cy="19893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0-2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3-5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30.6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6-8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9.3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17.6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29.1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9-11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27.6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12-14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29.1(max)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15-17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19.1(max)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25.2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18-20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24.4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21-23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22.7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C79D5ED-E4A2-BB45-AF5A-CDEC1F67F384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：养殖过渡阶段，对低温敏感程度下降，内温区间较前一阶段下降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6.5℃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低死淘和高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分布在温度最高的分箱中，内温从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12-14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26.2℃~26.9℃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）→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15-17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25.2℃~25.9℃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），每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日龄下降约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1℃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，内部温度的偏移对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的波动较为显著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和死淘受内部温度偏移波动显著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12-14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日龄外温上限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29.1℃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（标注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7B5743-0326-7AA6-6421-351BF8B7B2DB}"/>
              </a:ext>
            </a:extLst>
          </p:cNvPr>
          <p:cNvSpPr txBox="1"/>
          <p:nvPr/>
        </p:nvSpPr>
        <p:spPr>
          <a:xfrm>
            <a:off x="566898" y="6143497"/>
            <a:ext cx="646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"max"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out-upper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（外温上限）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21C5C4-06F1-2880-7BA3-67BC9E936650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E98CC1A-620C-9C77-F8C9-93B29CCDDDB8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2FFFFA7E-F70B-2C79-5658-10B98466A88B}"/>
              </a:ext>
            </a:extLst>
          </p:cNvPr>
          <p:cNvSpPr/>
          <p:nvPr/>
        </p:nvSpPr>
        <p:spPr>
          <a:xfrm>
            <a:off x="5276850" y="4343400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FF3B98-46D1-FD75-4866-16D58EC1D5AA}"/>
              </a:ext>
            </a:extLst>
          </p:cNvPr>
          <p:cNvSpPr/>
          <p:nvPr/>
        </p:nvSpPr>
        <p:spPr>
          <a:xfrm>
            <a:off x="5308414" y="667847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</p:spTree>
    <p:extLst>
      <p:ext uri="{BB962C8B-B14F-4D97-AF65-F5344CB8AC3E}">
        <p14:creationId xmlns:p14="http://schemas.microsoft.com/office/powerpoint/2010/main" val="236682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1C183EE-7477-D6D0-4B8B-E64937FC8F3E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10CB9F1-8EA8-FBA1-37F2-7E718DCA8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74" y="1098333"/>
            <a:ext cx="4828694" cy="241051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FAF5C8F-7369-BD6E-0455-4409B0317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08" y="3877268"/>
            <a:ext cx="4856309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8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E381808-DC2B-4968-90B7-1B9740DA58B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3C24C8-E15F-3A92-3D01-088BD8FC2A5B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9062A7-3F0B-A27C-F7ED-41E8862F6A67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日龄外部温度处于</a:t>
            </a:r>
            <a:r>
              <a:rPr lang="en-US" altLang="zh-CN" sz="1400" b="1" dirty="0">
                <a:solidFill>
                  <a:schemeClr val="tx1"/>
                </a:solidFill>
              </a:rPr>
              <a:t>15.1-16.1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33.0-33.6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8" name="图片 7" descr="图表, 折线图, 直方图&#10;&#10;AI 生成的内容可能不正确。">
            <a:extLst>
              <a:ext uri="{FF2B5EF4-FFF2-40B4-BE49-F238E27FC236}">
                <a16:creationId xmlns:a16="http://schemas.microsoft.com/office/drawing/2014/main" id="{D41B73D2-A3CB-A6D1-5C69-3C7DAFAF7C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355" y="3187460"/>
            <a:ext cx="4750015" cy="2370288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2D46817-8B0E-DA6E-A450-E12C931181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310" y="3190917"/>
            <a:ext cx="4873295" cy="2366831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2348F000-EFCA-6A81-CD3D-CFAA21EB22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355" y="854117"/>
            <a:ext cx="4750015" cy="221214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E648389-F94E-9127-1C33-B6857EE7BC96}"/>
              </a:ext>
            </a:extLst>
          </p:cNvPr>
          <p:cNvSpPr/>
          <p:nvPr/>
        </p:nvSpPr>
        <p:spPr>
          <a:xfrm>
            <a:off x="6629401" y="1106324"/>
            <a:ext cx="2342326" cy="420036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CEBD6291-5C28-E1F8-9783-81D31DCE26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598" y="824084"/>
            <a:ext cx="4873294" cy="221214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E12D5AD-0E83-9E0C-2396-B1F541B70D3A}"/>
              </a:ext>
            </a:extLst>
          </p:cNvPr>
          <p:cNvSpPr/>
          <p:nvPr/>
        </p:nvSpPr>
        <p:spPr>
          <a:xfrm>
            <a:off x="3490812" y="1124703"/>
            <a:ext cx="179996" cy="419072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401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2A38D-399A-9D68-9104-85A6F60E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D948C03-F731-A01B-1E16-77235E08AE3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E9FAB7-BDD0-5C67-FCE3-0BC0E7E9ACB0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0B6E5B-A338-ACA1-9D74-9C17C1B6DC3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日龄外部温度大于</a:t>
            </a:r>
            <a:r>
              <a:rPr lang="en-US" altLang="zh-CN" sz="1400" dirty="0">
                <a:solidFill>
                  <a:schemeClr val="tx1"/>
                </a:solidFill>
              </a:rPr>
              <a:t>14.8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A5746E7-8234-F34F-09B5-C7522519B1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93" y="3328237"/>
            <a:ext cx="4782082" cy="2252041"/>
          </a:xfrm>
          <a:prstGeom prst="rect">
            <a:avLst/>
          </a:prstGeom>
        </p:spPr>
      </p:pic>
      <p:pic>
        <p:nvPicPr>
          <p:cNvPr id="13" name="图片 12" descr="图表, 折线图, 直方图">
            <a:extLst>
              <a:ext uri="{FF2B5EF4-FFF2-40B4-BE49-F238E27FC236}">
                <a16:creationId xmlns:a16="http://schemas.microsoft.com/office/drawing/2014/main" id="{D669D074-D177-5F51-9182-01B59D0A0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952" y="3327884"/>
            <a:ext cx="4782081" cy="2252041"/>
          </a:xfrm>
          <a:prstGeom prst="rect">
            <a:avLst/>
          </a:prstGeom>
        </p:spPr>
      </p:pic>
      <p:pic>
        <p:nvPicPr>
          <p:cNvPr id="21" name="图片 20" descr="图表&#10;&#10;AI 生成的内容可能不正确。">
            <a:extLst>
              <a:ext uri="{FF2B5EF4-FFF2-40B4-BE49-F238E27FC236}">
                <a16:creationId xmlns:a16="http://schemas.microsoft.com/office/drawing/2014/main" id="{667C8B7C-507E-BF8E-0D9D-DE69E40059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0" y="866775"/>
            <a:ext cx="4792107" cy="235417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98212D1-50B2-AEC3-A6E5-1B9E4BD9B88F}"/>
              </a:ext>
            </a:extLst>
          </p:cNvPr>
          <p:cNvSpPr/>
          <p:nvPr/>
        </p:nvSpPr>
        <p:spPr>
          <a:xfrm>
            <a:off x="6473798" y="1145569"/>
            <a:ext cx="1199748" cy="42358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3" name="图片 22" descr="图表, 直方图&#10;&#10;AI 生成的内容可能不正确。">
            <a:extLst>
              <a:ext uri="{FF2B5EF4-FFF2-40B4-BE49-F238E27FC236}">
                <a16:creationId xmlns:a16="http://schemas.microsoft.com/office/drawing/2014/main" id="{9170D268-F6F4-C197-D68E-D7967DB7FE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93" y="866775"/>
            <a:ext cx="4782082" cy="233916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EA93E3B-25D2-427F-2854-D3FD4CDB3E6A}"/>
              </a:ext>
            </a:extLst>
          </p:cNvPr>
          <p:cNvSpPr/>
          <p:nvPr/>
        </p:nvSpPr>
        <p:spPr>
          <a:xfrm>
            <a:off x="3572256" y="1145568"/>
            <a:ext cx="2008450" cy="4281718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177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2247C45-DB22-7F1B-04DC-BD2099A25DB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7E27F5-5D56-FFBA-A010-D2FF41E7430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FEFF2C-2004-929F-6C0A-27BB0036236E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75C1BAF2-0F7C-9C8A-738A-C4754DFA7F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0" y="3220948"/>
            <a:ext cx="4792107" cy="2364602"/>
          </a:xfrm>
          <a:prstGeom prst="rect">
            <a:avLst/>
          </a:prstGeom>
        </p:spPr>
      </p:pic>
      <p:pic>
        <p:nvPicPr>
          <p:cNvPr id="14" name="图片 13" descr="图形用户界面, 图表, 应用程序&#10;&#10;AI 生成的内容可能不正确。">
            <a:extLst>
              <a:ext uri="{FF2B5EF4-FFF2-40B4-BE49-F238E27FC236}">
                <a16:creationId xmlns:a16="http://schemas.microsoft.com/office/drawing/2014/main" id="{EF30DD0B-C925-2031-50C2-9EAFD8A119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945" y="3220948"/>
            <a:ext cx="4815841" cy="2364603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0BCAAEB8-2AD2-3172-B276-F62B0A66FF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21" y="828672"/>
            <a:ext cx="4769054" cy="2265393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548F52BA-5E60-745B-E2BC-352E28FBFC9D}"/>
              </a:ext>
            </a:extLst>
          </p:cNvPr>
          <p:cNvSpPr/>
          <p:nvPr/>
        </p:nvSpPr>
        <p:spPr>
          <a:xfrm>
            <a:off x="6503542" y="1145568"/>
            <a:ext cx="914401" cy="4252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4BD4AA54-FFAA-1BE9-FF57-6CD2911F61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944" y="828671"/>
            <a:ext cx="4815841" cy="226539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25934FC-14FA-55EF-242C-3AEE61B9437D}"/>
              </a:ext>
            </a:extLst>
          </p:cNvPr>
          <p:cNvSpPr/>
          <p:nvPr/>
        </p:nvSpPr>
        <p:spPr>
          <a:xfrm>
            <a:off x="2851079" y="1133733"/>
            <a:ext cx="1037875" cy="4252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0807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554C398-A3B1-E0A7-8D71-E884C0D4D75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E44AA9-6360-DFA1-8285-1F4FF57CB118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F1B83C-570F-CF39-B986-34473E74E76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6" name="图片 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8CA232D-8DF1-B91F-609F-6FED963828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46" y="3145268"/>
            <a:ext cx="4730080" cy="2466188"/>
          </a:xfrm>
          <a:prstGeom prst="rect">
            <a:avLst/>
          </a:prstGeom>
        </p:spPr>
      </p:pic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142DB7E9-980C-5D39-D896-71ACAA3E3F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26" y="3145268"/>
            <a:ext cx="4792151" cy="2466188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1D18F89A-E220-A21C-9D18-8D69CE801C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26" y="851461"/>
            <a:ext cx="4792151" cy="214081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F2BD070-699A-676C-B791-D63D59CAA619}"/>
              </a:ext>
            </a:extLst>
          </p:cNvPr>
          <p:cNvSpPr/>
          <p:nvPr/>
        </p:nvSpPr>
        <p:spPr>
          <a:xfrm>
            <a:off x="6466113" y="1145567"/>
            <a:ext cx="674426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CFCD1EE5-2857-B7C1-DFDF-4831744A39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46" y="903476"/>
            <a:ext cx="4730080" cy="214081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A47A8D7-C32C-C1AA-4DE8-234BC70AF82B}"/>
              </a:ext>
            </a:extLst>
          </p:cNvPr>
          <p:cNvSpPr/>
          <p:nvPr/>
        </p:nvSpPr>
        <p:spPr>
          <a:xfrm>
            <a:off x="2866768" y="1145567"/>
            <a:ext cx="945291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1106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E98B975-F18D-4C0E-4597-D7BFF1C73A1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964836-C55A-675D-6F99-9A44B6D32604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1810D1-62DB-A689-0729-D5B8C74AD13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5" name="图片 14" descr="图表&#10;&#10;AI 生成的内容可能不正确。">
            <a:extLst>
              <a:ext uri="{FF2B5EF4-FFF2-40B4-BE49-F238E27FC236}">
                <a16:creationId xmlns:a16="http://schemas.microsoft.com/office/drawing/2014/main" id="{E30A7176-C72D-9784-A954-49D6F3951F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325" y="3179781"/>
            <a:ext cx="4902329" cy="2443845"/>
          </a:xfrm>
          <a:prstGeom prst="rect">
            <a:avLst/>
          </a:prstGeom>
        </p:spPr>
      </p:pic>
      <p:pic>
        <p:nvPicPr>
          <p:cNvPr id="17" name="图片 16" descr="图表&#10;&#10;AI 生成的内容可能不正确。">
            <a:extLst>
              <a:ext uri="{FF2B5EF4-FFF2-40B4-BE49-F238E27FC236}">
                <a16:creationId xmlns:a16="http://schemas.microsoft.com/office/drawing/2014/main" id="{8342C425-4F9F-18E7-2D04-4F08692669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48" y="3179781"/>
            <a:ext cx="4796011" cy="2462027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3EAF2D3D-FF2C-CEC2-4C9B-D5E169A45A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325" y="887663"/>
            <a:ext cx="4902329" cy="220331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40BF0E7-13B6-1149-749A-F54F372F8189}"/>
              </a:ext>
            </a:extLst>
          </p:cNvPr>
          <p:cNvSpPr/>
          <p:nvPr/>
        </p:nvSpPr>
        <p:spPr>
          <a:xfrm>
            <a:off x="6449033" y="1145568"/>
            <a:ext cx="1094768" cy="420264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4" name="图片 23" descr="图表, 直方图&#10;&#10;AI 生成的内容可能不正确。">
            <a:extLst>
              <a:ext uri="{FF2B5EF4-FFF2-40B4-BE49-F238E27FC236}">
                <a16:creationId xmlns:a16="http://schemas.microsoft.com/office/drawing/2014/main" id="{126EAA86-59B6-3355-510E-999E58F857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48" y="882838"/>
            <a:ext cx="4796010" cy="2203312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C6AA3F9-2D93-1B97-1F54-7ACBA194B2F2}"/>
              </a:ext>
            </a:extLst>
          </p:cNvPr>
          <p:cNvSpPr/>
          <p:nvPr/>
        </p:nvSpPr>
        <p:spPr>
          <a:xfrm>
            <a:off x="3381982" y="1176431"/>
            <a:ext cx="2152043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9073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3392E63-3A9A-6882-69AC-0715C7537AA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6B51CD-7726-F7D3-96B4-EC20EAA54CE4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FE06-9918-6541-AD05-2D042A5E1105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E452945B-47D1-0B13-9F68-B65B686C4A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11" y="3229773"/>
            <a:ext cx="4793440" cy="2423453"/>
          </a:xfrm>
          <a:prstGeom prst="rect">
            <a:avLst/>
          </a:prstGeom>
        </p:spPr>
      </p:pic>
      <p:pic>
        <p:nvPicPr>
          <p:cNvPr id="16" name="图片 15" descr="图表, 折线图&#10;&#10;AI 生成的内容可能不正确。">
            <a:extLst>
              <a:ext uri="{FF2B5EF4-FFF2-40B4-BE49-F238E27FC236}">
                <a16:creationId xmlns:a16="http://schemas.microsoft.com/office/drawing/2014/main" id="{6BB65637-9B84-EBA8-DBB1-F9E8C2655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827" y="3263264"/>
            <a:ext cx="4793441" cy="2389963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2D761FAB-4936-63EF-BC32-F7F88BFB19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640" y="859639"/>
            <a:ext cx="4793440" cy="226276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B20C106-30A5-7D96-D97C-18544D5FB6A9}"/>
              </a:ext>
            </a:extLst>
          </p:cNvPr>
          <p:cNvSpPr/>
          <p:nvPr/>
        </p:nvSpPr>
        <p:spPr>
          <a:xfrm>
            <a:off x="7322883" y="1159229"/>
            <a:ext cx="478091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478BDA24-EF50-7DE5-D094-ADEB6556B5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11" y="859638"/>
            <a:ext cx="4793440" cy="226277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20E7FDED-F335-8722-E848-F678F71B782D}"/>
              </a:ext>
            </a:extLst>
          </p:cNvPr>
          <p:cNvSpPr/>
          <p:nvPr/>
        </p:nvSpPr>
        <p:spPr>
          <a:xfrm>
            <a:off x="4230061" y="1145568"/>
            <a:ext cx="1389689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8385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7FD8B60-94A5-0180-9658-CB68BE103C8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23AB86-57B7-AF36-F4AB-EEFD1A95523A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4B1A37-EB8A-3BC2-05E4-20811B8F2D74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7" name="图片 16" descr="图表&#10;&#10;AI 生成的内容可能不正确。">
            <a:extLst>
              <a:ext uri="{FF2B5EF4-FFF2-40B4-BE49-F238E27FC236}">
                <a16:creationId xmlns:a16="http://schemas.microsoft.com/office/drawing/2014/main" id="{8DACEA63-7FB0-B4A1-B422-D8F87DC5F7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41" y="3306010"/>
            <a:ext cx="4879430" cy="2302000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F1542255-8A4D-3148-96EB-4DBDBFE394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43" y="3306009"/>
            <a:ext cx="4829384" cy="2302000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7F508A17-35D3-E2B4-16A4-5896F891B4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1" y="892835"/>
            <a:ext cx="4904322" cy="2302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4F8E338-ABCD-9958-931B-7B8BEEC2A089}"/>
              </a:ext>
            </a:extLst>
          </p:cNvPr>
          <p:cNvSpPr/>
          <p:nvPr/>
        </p:nvSpPr>
        <p:spPr>
          <a:xfrm>
            <a:off x="6457950" y="1172457"/>
            <a:ext cx="771525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6" name="图片 25" descr="图表, 折线图&#10;&#10;AI 生成的内容可能不正确。">
            <a:extLst>
              <a:ext uri="{FF2B5EF4-FFF2-40B4-BE49-F238E27FC236}">
                <a16:creationId xmlns:a16="http://schemas.microsoft.com/office/drawing/2014/main" id="{2638A323-0823-3CE0-1829-7B460213FA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43" y="884387"/>
            <a:ext cx="4829384" cy="2302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023911C-403D-7397-E188-982B34963FB9}"/>
              </a:ext>
            </a:extLst>
          </p:cNvPr>
          <p:cNvSpPr/>
          <p:nvPr/>
        </p:nvSpPr>
        <p:spPr>
          <a:xfrm>
            <a:off x="4095749" y="1172457"/>
            <a:ext cx="1524001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3967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7EB31D4-5FA9-3A5B-49C7-C4B9CACD887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8EF3D3-DD2D-E766-C111-A55082C49AA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C82021-A8CA-6E82-8DB2-8B7F7BA0B8E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6543FEBC-0646-B5A2-6C53-C55CD2E68B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69" y="3307348"/>
            <a:ext cx="4832555" cy="2302701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1873FBCF-952A-C251-432D-6746DDEA6C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44" y="3283877"/>
            <a:ext cx="4832555" cy="2326172"/>
          </a:xfrm>
          <a:prstGeom prst="rect">
            <a:avLst/>
          </a:prstGeom>
        </p:spPr>
      </p:pic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B5529D41-6446-80F2-A230-5EC8CE04FA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69" y="855322"/>
            <a:ext cx="4832555" cy="232617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66DDC9D-7E98-1975-2A22-69E74C99CC26}"/>
              </a:ext>
            </a:extLst>
          </p:cNvPr>
          <p:cNvSpPr/>
          <p:nvPr/>
        </p:nvSpPr>
        <p:spPr>
          <a:xfrm>
            <a:off x="6481119" y="1200458"/>
            <a:ext cx="1167457" cy="416683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7DF05F74-9D2F-1B25-290E-09002CDB1B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44" y="871261"/>
            <a:ext cx="4832555" cy="225962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D764612-0A16-8D64-31B3-ACFA6E660DFB}"/>
              </a:ext>
            </a:extLst>
          </p:cNvPr>
          <p:cNvSpPr/>
          <p:nvPr/>
        </p:nvSpPr>
        <p:spPr>
          <a:xfrm>
            <a:off x="4065373" y="1145568"/>
            <a:ext cx="1468652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9007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E7A0A-086C-6741-F213-4D1393CC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A9C13F-7086-98AB-EB43-D65952EED2D1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0B42781-44E8-046D-2437-E7D934FA0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990" y="640789"/>
            <a:ext cx="4747298" cy="236991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6CD78A1-C8C3-2779-A65B-759250310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675" y="3508846"/>
            <a:ext cx="3201600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38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8261-4C73-5266-65E3-258CE649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37ADE0E-B9B7-B7DD-A9E2-98284A30DEED}"/>
              </a:ext>
            </a:extLst>
          </p:cNvPr>
          <p:cNvSpPr/>
          <p:nvPr/>
        </p:nvSpPr>
        <p:spPr>
          <a:xfrm>
            <a:off x="6457196" y="1139041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9353AD-C7C2-61DF-3770-458156B34536}"/>
              </a:ext>
            </a:extLst>
          </p:cNvPr>
          <p:cNvSpPr/>
          <p:nvPr/>
        </p:nvSpPr>
        <p:spPr>
          <a:xfrm>
            <a:off x="696080" y="1139041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8F206A7-D1E5-682E-F56C-D3900D70AA3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5B4DBFBC-4821-6E58-E0EE-CB34EABEAD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119" y="1308323"/>
            <a:ext cx="4320000" cy="2266152"/>
          </a:xfrm>
          <a:prstGeom prst="rect">
            <a:avLst/>
          </a:prstGeom>
        </p:spPr>
      </p:pic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BAFE9FDA-CD91-09A4-FE15-DBD35C2AC1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119" y="3680632"/>
            <a:ext cx="4320000" cy="2266152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8DCCE4C6-2379-08D8-8052-9F4DF2C9AE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031" y="3680859"/>
            <a:ext cx="4450044" cy="2265925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FE38E133-E608-6192-96BA-0CB8C5669FB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031" y="1308323"/>
            <a:ext cx="4450044" cy="226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5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E45AE-E0AB-D7ED-C0F4-3E4DE3DE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1F62AC0-09E8-3F3B-55A8-629F9D796026}"/>
              </a:ext>
            </a:extLst>
          </p:cNvPr>
          <p:cNvSpPr/>
          <p:nvPr/>
        </p:nvSpPr>
        <p:spPr>
          <a:xfrm>
            <a:off x="6438147" y="1129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D46CA0-A5E1-853F-A631-E66849424F81}"/>
              </a:ext>
            </a:extLst>
          </p:cNvPr>
          <p:cNvSpPr/>
          <p:nvPr/>
        </p:nvSpPr>
        <p:spPr>
          <a:xfrm>
            <a:off x="677030" y="1129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2B59D5B-5164-66F8-5A8F-9DFD9E4D59C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1F93BB2C-6C17-F9E9-DB2C-6DD8282ADD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3638550"/>
            <a:ext cx="4314823" cy="2383621"/>
          </a:xfrm>
          <a:prstGeom prst="rect">
            <a:avLst/>
          </a:prstGeom>
        </p:spPr>
      </p:pic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35567998-072F-1F96-EA86-E0FA79D6F1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946" y="1304924"/>
            <a:ext cx="4486275" cy="2237581"/>
          </a:xfrm>
          <a:prstGeom prst="rect">
            <a:avLst/>
          </a:prstGeom>
        </p:spPr>
      </p:pic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A08BA636-FB03-6567-4BCD-5AF43325BF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1" y="1304925"/>
            <a:ext cx="4314822" cy="2237581"/>
          </a:xfrm>
          <a:prstGeom prst="rect">
            <a:avLst/>
          </a:prstGeom>
        </p:spPr>
      </p:pic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01D8F05C-CF7A-2398-2259-50EE02C524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945" y="3638549"/>
            <a:ext cx="4486275" cy="238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31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1F3B-1816-3CE8-835B-2539A6E6D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B46D1A8-FFB2-4500-1BC1-5494511D90E1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2DD427-D853-2769-A4C2-81ED761AFB1C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1407E76-CA70-DCAF-9F40-5A2F595D06C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7F09CACE-38C2-75D6-98A8-E325362B1E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956" y="3171825"/>
            <a:ext cx="4641204" cy="2376099"/>
          </a:xfrm>
          <a:prstGeom prst="rect">
            <a:avLst/>
          </a:prstGeom>
        </p:spPr>
      </p:pic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66457301-2BE5-95A6-658F-4CCF18221D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22" y="862867"/>
            <a:ext cx="4454428" cy="2222938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59551E50-01A6-95E6-7A3A-EBCF40E408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956" y="862867"/>
            <a:ext cx="4641204" cy="2222938"/>
          </a:xfrm>
          <a:prstGeom prst="rect">
            <a:avLst/>
          </a:prstGeom>
        </p:spPr>
      </p:pic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8FB26D82-75FF-6CAB-B085-8F296BE549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22" y="3171825"/>
            <a:ext cx="4454428" cy="236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36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73C5E-6FB8-4ED7-473E-92FA8DD38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8DEC5B3-5056-2017-6417-22CA4BE824BF}"/>
              </a:ext>
            </a:extLst>
          </p:cNvPr>
          <p:cNvSpPr/>
          <p:nvPr/>
        </p:nvSpPr>
        <p:spPr>
          <a:xfrm>
            <a:off x="6428622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C752AB-9DF9-4352-1CF9-D7B7189955AE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1E10BFE-6C92-EBA9-8E65-56A604BA16D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A671E4D3-F0BB-6671-7214-C7E225FD5F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15" y="885825"/>
            <a:ext cx="4595435" cy="2190938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31DAFF9C-94E7-A382-C808-BEB5F8155D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031" y="885825"/>
            <a:ext cx="4687053" cy="2190938"/>
          </a:xfrm>
          <a:prstGeom prst="rect">
            <a:avLst/>
          </a:prstGeom>
        </p:spPr>
      </p:pic>
      <p:pic>
        <p:nvPicPr>
          <p:cNvPr id="9" name="图片 8" descr="图形用户界面, 图表&#10;&#10;AI 生成的内容可能不正确。">
            <a:extLst>
              <a:ext uri="{FF2B5EF4-FFF2-40B4-BE49-F238E27FC236}">
                <a16:creationId xmlns:a16="http://schemas.microsoft.com/office/drawing/2014/main" id="{1E3CB0BA-FA76-AC47-EA7B-C5B41E23F4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031" y="3162783"/>
            <a:ext cx="4687053" cy="2428776"/>
          </a:xfrm>
          <a:prstGeom prst="rect">
            <a:avLst/>
          </a:prstGeom>
        </p:spPr>
      </p:pic>
      <p:pic>
        <p:nvPicPr>
          <p:cNvPr id="14" name="图片 13" descr="图表&#10;&#10;AI 生成的内容可能不正确。">
            <a:extLst>
              <a:ext uri="{FF2B5EF4-FFF2-40B4-BE49-F238E27FC236}">
                <a16:creationId xmlns:a16="http://schemas.microsoft.com/office/drawing/2014/main" id="{922A70A5-1AD8-F4CA-9731-43A820594E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15" y="3162783"/>
            <a:ext cx="4662110" cy="242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35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A96D-6050-5904-5F87-5F7B3E18A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9DD4808-48F3-45F1-21DD-27944CC1B0F0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38A95F-2AA8-845B-52A2-778015ECA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669063"/>
              </p:ext>
            </p:extLst>
          </p:nvPr>
        </p:nvGraphicFramePr>
        <p:xfrm>
          <a:off x="1376274" y="4101288"/>
          <a:ext cx="4303118" cy="19893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0-2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3-5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6-8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9-11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12-14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15-17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18-20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21-23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66EEF3D-39D7-ED02-4C33-94F5FD6A16DE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：养殖过渡阶段，对低温敏感程度下降，内温区间较前一阶段下降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6.5℃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低死淘和高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分布在温度最高的分箱中，内温从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12-14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26.2℃~26.9℃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）→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15-17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25.2℃~25.9℃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），每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日龄下降约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1℃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，内部温度的偏移对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的波动较为显著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和死淘受内部温度偏移波动显著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12-14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日龄外温上限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29.1℃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（标注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3272C8-DE1B-43E3-F462-868CBE6699F0}"/>
              </a:ext>
            </a:extLst>
          </p:cNvPr>
          <p:cNvSpPr txBox="1"/>
          <p:nvPr/>
        </p:nvSpPr>
        <p:spPr>
          <a:xfrm>
            <a:off x="566898" y="6143497"/>
            <a:ext cx="646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"max"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out-upper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（外温上限）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136101-3B14-0156-0F05-CDC37E2B4135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E9578C8-C49C-C307-F23F-CCA0BF169F23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BA8FC29B-3624-E11A-139E-91F42144E437}"/>
              </a:ext>
            </a:extLst>
          </p:cNvPr>
          <p:cNvSpPr/>
          <p:nvPr/>
        </p:nvSpPr>
        <p:spPr>
          <a:xfrm>
            <a:off x="5276850" y="4343400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7F10B5-0E41-6035-7EB1-04A0B68AA97E}"/>
              </a:ext>
            </a:extLst>
          </p:cNvPr>
          <p:cNvSpPr/>
          <p:nvPr/>
        </p:nvSpPr>
        <p:spPr>
          <a:xfrm>
            <a:off x="5308414" y="667847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待补充</a:t>
            </a:r>
          </a:p>
        </p:txBody>
      </p:sp>
    </p:spTree>
    <p:extLst>
      <p:ext uri="{BB962C8B-B14F-4D97-AF65-F5344CB8AC3E}">
        <p14:creationId xmlns:p14="http://schemas.microsoft.com/office/powerpoint/2010/main" val="211064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D0D6F36-18B7-C902-132D-B1B64ECC9CA9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1B012B5-EB45-C775-4F2A-5F4E179AB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552" y="1055214"/>
            <a:ext cx="3972530" cy="19674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7A39D2C-8021-6DB0-39BA-873FBDA7E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662" y="3835339"/>
            <a:ext cx="4856309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2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C36ED-637C-30FC-BE81-66BDE5FC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8183DB2-6749-B03C-DAD2-BD52F4E9CC3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57E9CF-5662-ECC0-7B5C-C8C674DBBC40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24A1EC-1DA7-10F3-5608-6BE8D116FCD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日龄外部温度处于</a:t>
            </a:r>
            <a:r>
              <a:rPr lang="en-US" altLang="zh-CN" sz="1400" dirty="0">
                <a:solidFill>
                  <a:schemeClr val="tx1"/>
                </a:solidFill>
              </a:rPr>
              <a:t>27.1-32.2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33.0-33.6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F2919403-8890-17D6-0F17-466B4FAA6C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52144"/>
            <a:ext cx="4747542" cy="2354694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3D692B06-A283-3D48-5613-4107F9FFC3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236" y="3220949"/>
            <a:ext cx="4776055" cy="2354694"/>
          </a:xfrm>
          <a:prstGeom prst="rect">
            <a:avLst/>
          </a:prstGeom>
        </p:spPr>
      </p:pic>
      <p:pic>
        <p:nvPicPr>
          <p:cNvPr id="26" name="图片 25" descr="图形用户界面, 图表&#10;&#10;AI 生成的内容可能不正确。">
            <a:extLst>
              <a:ext uri="{FF2B5EF4-FFF2-40B4-BE49-F238E27FC236}">
                <a16:creationId xmlns:a16="http://schemas.microsoft.com/office/drawing/2014/main" id="{B95A97CE-04F0-C197-BD89-1FE96A18BC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819154"/>
            <a:ext cx="4726003" cy="2279999"/>
          </a:xfrm>
          <a:prstGeom prst="rect">
            <a:avLst/>
          </a:prstGeom>
        </p:spPr>
      </p:pic>
      <p:pic>
        <p:nvPicPr>
          <p:cNvPr id="28" name="图片 27" descr="图表, 折线图&#10;&#10;AI 生成的内容可能不正确。">
            <a:extLst>
              <a:ext uri="{FF2B5EF4-FFF2-40B4-BE49-F238E27FC236}">
                <a16:creationId xmlns:a16="http://schemas.microsoft.com/office/drawing/2014/main" id="{8302C9DF-537F-F3BE-F3A4-B5B4D77984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97" y="819154"/>
            <a:ext cx="4797595" cy="2279998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7D0E0A01-02D6-23E9-05F3-2C5A54C561D8}"/>
              </a:ext>
            </a:extLst>
          </p:cNvPr>
          <p:cNvSpPr/>
          <p:nvPr/>
        </p:nvSpPr>
        <p:spPr>
          <a:xfrm>
            <a:off x="4841507" y="1172457"/>
            <a:ext cx="72958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166C74-D23F-FBC0-740F-34E58956F799}"/>
              </a:ext>
            </a:extLst>
          </p:cNvPr>
          <p:cNvSpPr/>
          <p:nvPr/>
        </p:nvSpPr>
        <p:spPr>
          <a:xfrm>
            <a:off x="9638717" y="1095895"/>
            <a:ext cx="905457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0594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F23C-B5AF-74CB-58BB-EE781438F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C0E477C-4067-E119-E930-9D661C7A4A6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069C7C-35AB-33DB-1E93-987990DD790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28E086-8E6D-C7E6-2DE8-13FEFDF2A7B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日龄外部温度大于</a:t>
            </a:r>
            <a:r>
              <a:rPr lang="en-US" altLang="zh-CN" sz="1400" dirty="0">
                <a:solidFill>
                  <a:schemeClr val="tx1"/>
                </a:solidFill>
              </a:rPr>
              <a:t>14.8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7" name="图片 6" descr="图表, 折线图, 直方图&#10;&#10;AI 生成的内容可能不正确。">
            <a:extLst>
              <a:ext uri="{FF2B5EF4-FFF2-40B4-BE49-F238E27FC236}">
                <a16:creationId xmlns:a16="http://schemas.microsoft.com/office/drawing/2014/main" id="{3CC0E6A7-600E-EEFF-4B73-046F64B5B2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5519"/>
            <a:ext cx="4851354" cy="2381533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467D6291-0E46-219B-A55B-83164DC23E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49" y="3260643"/>
            <a:ext cx="4774132" cy="2340008"/>
          </a:xfrm>
          <a:prstGeom prst="rect">
            <a:avLst/>
          </a:prstGeom>
        </p:spPr>
      </p:pic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C9519B4F-D3DF-3A97-0173-51F36430D0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49" y="847332"/>
            <a:ext cx="4774132" cy="2260320"/>
          </a:xfrm>
          <a:prstGeom prst="rect">
            <a:avLst/>
          </a:prstGeom>
        </p:spPr>
      </p:pic>
      <p:pic>
        <p:nvPicPr>
          <p:cNvPr id="26" name="图片 25" descr="图表, 直方图&#10;&#10;AI 生成的内容可能不正确。">
            <a:extLst>
              <a:ext uri="{FF2B5EF4-FFF2-40B4-BE49-F238E27FC236}">
                <a16:creationId xmlns:a16="http://schemas.microsoft.com/office/drawing/2014/main" id="{1BEA6D9E-0432-042C-83B2-FB19CE1520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47332"/>
            <a:ext cx="4851354" cy="2260321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ADDCA7F3-55EB-D8FB-81ED-A9C6F8154F86}"/>
              </a:ext>
            </a:extLst>
          </p:cNvPr>
          <p:cNvSpPr/>
          <p:nvPr/>
        </p:nvSpPr>
        <p:spPr>
          <a:xfrm>
            <a:off x="5255879" y="1172457"/>
            <a:ext cx="41152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27B6DB-7524-31D5-043A-C588E5E2ABD6}"/>
              </a:ext>
            </a:extLst>
          </p:cNvPr>
          <p:cNvSpPr/>
          <p:nvPr/>
        </p:nvSpPr>
        <p:spPr>
          <a:xfrm>
            <a:off x="8706010" y="1172457"/>
            <a:ext cx="1901967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240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58C3-AD81-3C19-FF57-C05E821F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435EA1E-1362-E0F1-4786-75BF3E7EECB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DA15C8-7BC9-38FF-3242-C300991FD5A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17B02E-5439-1DD6-EE3C-CA0A99996534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B8CEE371-E258-A479-4BD0-36033ED14D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70" y="3226749"/>
            <a:ext cx="4881474" cy="2408051"/>
          </a:xfrm>
          <a:prstGeom prst="rect">
            <a:avLst/>
          </a:prstGeom>
        </p:spPr>
      </p:pic>
      <p:pic>
        <p:nvPicPr>
          <p:cNvPr id="11" name="图片 10" descr="图表, 直方图&#10;&#10;AI 生成的内容可能不正确。">
            <a:extLst>
              <a:ext uri="{FF2B5EF4-FFF2-40B4-BE49-F238E27FC236}">
                <a16:creationId xmlns:a16="http://schemas.microsoft.com/office/drawing/2014/main" id="{7266F244-E48E-1A24-673C-220F2556C3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9" y="3226749"/>
            <a:ext cx="4799040" cy="2408051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F4767AC9-364E-C12F-8E4E-269C1E536D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26037"/>
            <a:ext cx="4881473" cy="2304141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A74CF139-B09F-945E-3E3E-01219169D5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9" y="844974"/>
            <a:ext cx="4799040" cy="2285203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095C7F9-9D62-C132-DF40-E3E84DE86B32}"/>
              </a:ext>
            </a:extLst>
          </p:cNvPr>
          <p:cNvSpPr/>
          <p:nvPr/>
        </p:nvSpPr>
        <p:spPr>
          <a:xfrm>
            <a:off x="5401876" y="1172413"/>
            <a:ext cx="276625" cy="424731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80F475-B49D-C321-8EEF-057428C3EC92}"/>
              </a:ext>
            </a:extLst>
          </p:cNvPr>
          <p:cNvSpPr/>
          <p:nvPr/>
        </p:nvSpPr>
        <p:spPr>
          <a:xfrm>
            <a:off x="9251576" y="1145568"/>
            <a:ext cx="1356402" cy="4274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2574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CDC31-C5A6-881B-5D1A-C0C5A463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8B7CCA1-7FBB-77FB-E443-E0CAB59F554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75FA4B-33BA-BB91-E4C3-C920AF8F80F9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A08C0C-2F0A-85D0-BEFF-85FE310074E9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0AAD724C-A5F8-DB0A-0F29-CEA893DF48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396" y="3272981"/>
            <a:ext cx="5002031" cy="2309671"/>
          </a:xfrm>
          <a:prstGeom prst="rect">
            <a:avLst/>
          </a:prstGeom>
        </p:spPr>
      </p:pic>
      <p:pic>
        <p:nvPicPr>
          <p:cNvPr id="16" name="图片 15" descr="图表, 直方图&#10;&#10;AI 生成的内容可能不正确。">
            <a:extLst>
              <a:ext uri="{FF2B5EF4-FFF2-40B4-BE49-F238E27FC236}">
                <a16:creationId xmlns:a16="http://schemas.microsoft.com/office/drawing/2014/main" id="{81B9DD4A-6DA7-53B9-732E-912FCD53AB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60" y="3272982"/>
            <a:ext cx="4700844" cy="230967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3C00A5D-1817-00DA-3F4C-59F690A571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60" y="876290"/>
            <a:ext cx="4700844" cy="2309670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E00F8831-A6FC-8196-F722-6D3AE3313C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5" y="876290"/>
            <a:ext cx="5015672" cy="230967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71AA28E6-F41D-EA55-183A-A4CADE4A246A}"/>
              </a:ext>
            </a:extLst>
          </p:cNvPr>
          <p:cNvSpPr/>
          <p:nvPr/>
        </p:nvSpPr>
        <p:spPr>
          <a:xfrm>
            <a:off x="4887045" y="1145568"/>
            <a:ext cx="878996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BF3057-759A-4CCB-9876-B257C040639E}"/>
              </a:ext>
            </a:extLst>
          </p:cNvPr>
          <p:cNvSpPr/>
          <p:nvPr/>
        </p:nvSpPr>
        <p:spPr>
          <a:xfrm>
            <a:off x="8912611" y="1150307"/>
            <a:ext cx="1671446" cy="419010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8802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3B8EE-FB7F-0B84-ACCF-96375F6CF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AC3EAF5-086B-0360-3CF1-D5BD67039C4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7D12D1-A9A0-84C1-A5C6-0BF02F88A4C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D42871-23C7-5CFE-B3EE-668C1D0FDE5E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49869568-9810-86CD-3C5D-AFB1A414D1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5" y="3350898"/>
            <a:ext cx="4985315" cy="228194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9E1E6F0-EF23-4259-6FD2-E333A1826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3350898"/>
            <a:ext cx="4625975" cy="228194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3CF65B1-1191-9093-13EB-614BADCDFD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873515"/>
            <a:ext cx="4985315" cy="2302821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3EB06D0E-C528-182F-35E6-62A2BF5D8D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873515"/>
            <a:ext cx="4625975" cy="2302821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864EBCC1-779F-A463-6CE1-5129979EB9F7}"/>
              </a:ext>
            </a:extLst>
          </p:cNvPr>
          <p:cNvSpPr/>
          <p:nvPr/>
        </p:nvSpPr>
        <p:spPr>
          <a:xfrm>
            <a:off x="5478671" y="1225162"/>
            <a:ext cx="261044" cy="4223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D666CA-160A-E8F9-6C04-CAD0A0657D20}"/>
              </a:ext>
            </a:extLst>
          </p:cNvPr>
          <p:cNvSpPr/>
          <p:nvPr/>
        </p:nvSpPr>
        <p:spPr>
          <a:xfrm>
            <a:off x="9144001" y="1211162"/>
            <a:ext cx="1367758" cy="4223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7295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0CD0A-0A87-D1E3-6A89-CD9B180A3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C49D28D-D2FE-43C5-8F8C-C9066BC86E6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F39698-7DE0-90D5-B59D-C0C2EB0094DA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9739C7-7115-AC87-44AA-2C87F47ABB7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AFC47DC8-9169-D296-D7B2-3F753BBA2D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390" y="3224818"/>
            <a:ext cx="5043658" cy="2340856"/>
          </a:xfrm>
          <a:prstGeom prst="rect">
            <a:avLst/>
          </a:prstGeom>
        </p:spPr>
      </p:pic>
      <p:pic>
        <p:nvPicPr>
          <p:cNvPr id="11" name="图片 10" descr="图表&#10;&#10;AI 生成的内容可能不正确。">
            <a:extLst>
              <a:ext uri="{FF2B5EF4-FFF2-40B4-BE49-F238E27FC236}">
                <a16:creationId xmlns:a16="http://schemas.microsoft.com/office/drawing/2014/main" id="{5FE75C29-9BE8-4B70-C0BC-5CD48F0718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340" y="3224817"/>
            <a:ext cx="4720589" cy="2340855"/>
          </a:xfrm>
          <a:prstGeom prst="rect">
            <a:avLst/>
          </a:prstGeom>
        </p:spPr>
      </p:pic>
      <p:pic>
        <p:nvPicPr>
          <p:cNvPr id="15" name="图片 14" descr="图表, 折线图&#10;&#10;AI 生成的内容可能不正确。">
            <a:extLst>
              <a:ext uri="{FF2B5EF4-FFF2-40B4-BE49-F238E27FC236}">
                <a16:creationId xmlns:a16="http://schemas.microsoft.com/office/drawing/2014/main" id="{54C553FB-48CB-CACF-0317-710E59BB73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340" y="885521"/>
            <a:ext cx="4720588" cy="2183711"/>
          </a:xfrm>
          <a:prstGeom prst="rect">
            <a:avLst/>
          </a:prstGeom>
        </p:spPr>
      </p:pic>
      <p:pic>
        <p:nvPicPr>
          <p:cNvPr id="18" name="图片 17" descr="图表, 折线图, 直方图&#10;&#10;AI 生成的内容可能不正确。">
            <a:extLst>
              <a:ext uri="{FF2B5EF4-FFF2-40B4-BE49-F238E27FC236}">
                <a16:creationId xmlns:a16="http://schemas.microsoft.com/office/drawing/2014/main" id="{AB50F704-183D-9470-E448-BA8AD462B0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390" y="885523"/>
            <a:ext cx="5043658" cy="2183711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51118FE4-55DF-AA49-E3F1-C7737ABFD699}"/>
              </a:ext>
            </a:extLst>
          </p:cNvPr>
          <p:cNvSpPr/>
          <p:nvPr/>
        </p:nvSpPr>
        <p:spPr>
          <a:xfrm>
            <a:off x="5191125" y="1172457"/>
            <a:ext cx="61912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8A7B63-B2AD-2024-0D9F-ADB9CDF9E147}"/>
              </a:ext>
            </a:extLst>
          </p:cNvPr>
          <p:cNvSpPr/>
          <p:nvPr/>
        </p:nvSpPr>
        <p:spPr>
          <a:xfrm>
            <a:off x="8916645" y="1167725"/>
            <a:ext cx="1741830" cy="416683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4584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522FB-A30B-CB03-9260-C2AEC0B4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E82F06D-C504-04C2-5313-FF01FDEE1CF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1B017E-8DE4-DD58-1958-A21D91E1AC49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85657D-3265-288F-EB70-C10381A1E50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DCA01495-3DE7-4289-0D69-57C453BD42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2" y="3205213"/>
            <a:ext cx="5065531" cy="2398510"/>
          </a:xfrm>
          <a:prstGeom prst="rect">
            <a:avLst/>
          </a:prstGeom>
        </p:spPr>
      </p:pic>
      <p:pic>
        <p:nvPicPr>
          <p:cNvPr id="12" name="图片 11" descr="图表, 直方图&#10;&#10;AI 生成的内容可能不正确。">
            <a:extLst>
              <a:ext uri="{FF2B5EF4-FFF2-40B4-BE49-F238E27FC236}">
                <a16:creationId xmlns:a16="http://schemas.microsoft.com/office/drawing/2014/main" id="{E12B4551-2BB2-88FF-96A0-A2A68DE682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889" y="3205213"/>
            <a:ext cx="4626290" cy="2398510"/>
          </a:xfrm>
          <a:prstGeom prst="rect">
            <a:avLst/>
          </a:prstGeom>
        </p:spPr>
      </p:pic>
      <p:pic>
        <p:nvPicPr>
          <p:cNvPr id="16" name="图片 15" descr="图表, 折线图, 直方图&#10;&#10;AI 生成的内容可能不正确。">
            <a:extLst>
              <a:ext uri="{FF2B5EF4-FFF2-40B4-BE49-F238E27FC236}">
                <a16:creationId xmlns:a16="http://schemas.microsoft.com/office/drawing/2014/main" id="{FDC80555-F80D-A49C-FABF-5D91115AA0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1" y="875899"/>
            <a:ext cx="5065531" cy="2220605"/>
          </a:xfrm>
          <a:prstGeom prst="rect">
            <a:avLst/>
          </a:prstGeom>
        </p:spPr>
      </p:pic>
      <p:pic>
        <p:nvPicPr>
          <p:cNvPr id="19" name="图片 18" descr="图表, 直方图&#10;&#10;AI 生成的内容可能不正确。">
            <a:extLst>
              <a:ext uri="{FF2B5EF4-FFF2-40B4-BE49-F238E27FC236}">
                <a16:creationId xmlns:a16="http://schemas.microsoft.com/office/drawing/2014/main" id="{59DBDDB2-8793-57E6-F559-47350FF87D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889" y="875899"/>
            <a:ext cx="4626290" cy="222060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BCFCE28-8790-A8BB-B4E3-E14A9F64EC16}"/>
              </a:ext>
            </a:extLst>
          </p:cNvPr>
          <p:cNvSpPr/>
          <p:nvPr/>
        </p:nvSpPr>
        <p:spPr>
          <a:xfrm>
            <a:off x="5286614" y="1172457"/>
            <a:ext cx="553251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29D4A3-23B3-AD9B-15D5-32A5196C9124}"/>
              </a:ext>
            </a:extLst>
          </p:cNvPr>
          <p:cNvSpPr/>
          <p:nvPr/>
        </p:nvSpPr>
        <p:spPr>
          <a:xfrm>
            <a:off x="9353550" y="1084127"/>
            <a:ext cx="1254427" cy="42831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3385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C046-8B3A-8502-5EFC-1A0349268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AA70B32-7340-20E7-A8CF-63D04534C1F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FFECF9-ABEF-4A31-F268-15739513D72B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FBA395-E613-90DE-DD16-14371D80B01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31B0831E-C39D-F9D8-F7E4-4101111FD6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1" y="3202683"/>
            <a:ext cx="5005477" cy="2398715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6437E24D-834E-B0D1-02E5-BB7C2BED62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202683"/>
            <a:ext cx="4698757" cy="239871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E620B38C-33BE-3ED3-C31F-605330293F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866273"/>
            <a:ext cx="4698757" cy="2225375"/>
          </a:xfrm>
          <a:prstGeom prst="rect">
            <a:avLst/>
          </a:prstGeom>
        </p:spPr>
      </p:pic>
      <p:pic>
        <p:nvPicPr>
          <p:cNvPr id="23" name="图片 22" descr="图表, 直方图&#10;&#10;AI 生成的内容可能不正确。">
            <a:extLst>
              <a:ext uri="{FF2B5EF4-FFF2-40B4-BE49-F238E27FC236}">
                <a16:creationId xmlns:a16="http://schemas.microsoft.com/office/drawing/2014/main" id="{AC17852F-2AD2-BBF0-5FCB-2D3D6DE31D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0" y="866273"/>
            <a:ext cx="5005477" cy="2225375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47EB8D98-880C-5062-F1B0-102B6D1A8DA6}"/>
              </a:ext>
            </a:extLst>
          </p:cNvPr>
          <p:cNvSpPr/>
          <p:nvPr/>
        </p:nvSpPr>
        <p:spPr>
          <a:xfrm>
            <a:off x="4000501" y="1172457"/>
            <a:ext cx="390524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5FAF5E-9608-92E7-EC96-084FD4C1BC0A}"/>
              </a:ext>
            </a:extLst>
          </p:cNvPr>
          <p:cNvSpPr/>
          <p:nvPr/>
        </p:nvSpPr>
        <p:spPr>
          <a:xfrm>
            <a:off x="8513910" y="1172455"/>
            <a:ext cx="2094068" cy="419484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4205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4F843-0C4A-EE0E-C708-8D7B8C055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4CBED03-B466-A3FB-5B53-198199320E5B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E7A75F1-11F0-F443-2178-715F185CF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4" y="709318"/>
            <a:ext cx="5471055" cy="271968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AD1788D-97B2-C592-9966-0FCEEFCB1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326" y="4130968"/>
            <a:ext cx="3273398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2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A071518E-5FE0-687F-359E-006339AD3B61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6BC514-130A-D346-1183-C7855E08E491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8611058-18BB-EB67-CD23-8F4DF2DFD2A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7EF07031-65E8-0F8C-7A44-96D6F0D75E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95" y="3150043"/>
            <a:ext cx="4453005" cy="2403030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77970DEB-97E8-D52B-833B-43F05ACAB2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225" y="3150043"/>
            <a:ext cx="4439480" cy="2403030"/>
          </a:xfrm>
          <a:prstGeom prst="rect">
            <a:avLst/>
          </a:prstGeom>
        </p:spPr>
      </p:pic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B55498F8-81A3-B1E7-EE6F-4336A2F569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95" y="883935"/>
            <a:ext cx="4453005" cy="2130689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5E53632D-D334-B5BE-A248-0BF20BD112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224" y="883934"/>
            <a:ext cx="4439479" cy="213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2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6D3D0-BE1C-DFF6-EF41-38BF43E7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996CA03-9B5F-4ACD-E4AB-DDD62FDBA116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E55DF2-F91E-9E85-A0F7-549AA1561160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560B3DB-4817-3EEE-E97B-9A207F52D96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C40C3BB7-74F7-6390-5623-E612C08D24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91" y="3196760"/>
            <a:ext cx="4640554" cy="2350651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416881BF-6148-BE2C-4961-FB04A122FE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650" y="3196760"/>
            <a:ext cx="4600859" cy="2350651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8023E5F2-086F-D1E7-62CC-F91D8D3DA9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650" y="914400"/>
            <a:ext cx="4600858" cy="2110320"/>
          </a:xfrm>
          <a:prstGeom prst="rect">
            <a:avLst/>
          </a:prstGeom>
        </p:spPr>
      </p:pic>
      <p:pic>
        <p:nvPicPr>
          <p:cNvPr id="14" name="图片 13" descr="图表&#10;&#10;AI 生成的内容可能不正确。">
            <a:extLst>
              <a:ext uri="{FF2B5EF4-FFF2-40B4-BE49-F238E27FC236}">
                <a16:creationId xmlns:a16="http://schemas.microsoft.com/office/drawing/2014/main" id="{7C44685B-179A-B4D5-D9BA-153AB7046D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90" y="914399"/>
            <a:ext cx="4640553" cy="21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53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C290C-D01E-DD7C-FD13-4ADA4FDAF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2E7AEC67-499F-2F09-128A-F520A8FA07A2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F48559-F2F1-E7B4-89E2-55851161CE76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BA34A78-ECE9-2E7A-487F-2FDBE390C04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F0F1246B-6081-4A60-FD74-F45928712A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02" y="3231398"/>
            <a:ext cx="4746788" cy="2388566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F61D84FA-B377-95F4-315A-3EEAC70CE5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535" y="3251026"/>
            <a:ext cx="4709563" cy="2368938"/>
          </a:xfrm>
          <a:prstGeom prst="rect">
            <a:avLst/>
          </a:prstGeom>
        </p:spPr>
      </p:pic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836506F8-0BFF-BDDB-4055-9FCAB2FE13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02" y="844351"/>
            <a:ext cx="4746788" cy="2310840"/>
          </a:xfrm>
          <a:prstGeom prst="rect">
            <a:avLst/>
          </a:prstGeom>
        </p:spPr>
      </p:pic>
      <p:pic>
        <p:nvPicPr>
          <p:cNvPr id="10" name="图片 9" descr="图形用户界面, 图表&#10;&#10;AI 生成的内容可能不正确。">
            <a:extLst>
              <a:ext uri="{FF2B5EF4-FFF2-40B4-BE49-F238E27FC236}">
                <a16:creationId xmlns:a16="http://schemas.microsoft.com/office/drawing/2014/main" id="{31F00E9B-9CF4-230C-ACB0-1114A1B74B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535" y="844351"/>
            <a:ext cx="4709563" cy="231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17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2CF0C-1EDF-44AE-C878-60219C2D1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7F7685E-9D23-1C83-DC5D-09F6AC40A31B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C847FF-715B-B361-6800-596656CF39B2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6062F0A-0373-45FE-F3C5-E97BCD6C698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EA4D8AB6-77E5-948C-E369-7B932E6524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67" y="3429001"/>
            <a:ext cx="4821897" cy="2201238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17D3E17C-39CC-9264-7771-BCBE9E88BB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007" y="3456928"/>
            <a:ext cx="4835926" cy="2173311"/>
          </a:xfrm>
          <a:prstGeom prst="rect">
            <a:avLst/>
          </a:prstGeom>
        </p:spPr>
      </p:pic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0B4A5209-31ED-A6F1-35C8-39CB56167B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67" y="876617"/>
            <a:ext cx="4821897" cy="2452210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729F6666-7AAE-F3F2-C46A-628AAEBF38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007" y="876617"/>
            <a:ext cx="4835926" cy="245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152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1167-C9B8-10B6-1146-7F9440F65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B74F7E6-6175-AA1E-B934-E0E6BA859712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22B5B1D-EAFE-F32E-CCDE-2E0A9D69421B}"/>
              </a:ext>
            </a:extLst>
          </p:cNvPr>
          <p:cNvGraphicFramePr>
            <a:graphicFrameLocks noGrp="1"/>
          </p:cNvGraphicFramePr>
          <p:nvPr/>
        </p:nvGraphicFramePr>
        <p:xfrm>
          <a:off x="1376274" y="4101288"/>
          <a:ext cx="4303118" cy="19893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0-2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3-5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30.6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6-8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9.3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17.6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29.1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9-11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27.6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12-14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29.1(max)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15-17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19.1(max)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25.2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18-20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24.4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21-23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22.7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C03F6BC-9C6B-C7CB-116C-78197A04B7B1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：养殖过渡阶段，对低温敏感程度下降，内温区间较前一阶段下降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6.5℃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低死淘和高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分布在温度最高的分箱中，内温从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12-14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26.2℃~26.9℃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）→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15-17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25.2℃~25.9℃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），每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日龄下降约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1℃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，内部温度的偏移对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的波动较为显著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和死淘受内部温度偏移波动显著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12-14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日龄外温上限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29.1℃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（标注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C210C5-97ED-6414-7A27-53FEAE549643}"/>
              </a:ext>
            </a:extLst>
          </p:cNvPr>
          <p:cNvSpPr txBox="1"/>
          <p:nvPr/>
        </p:nvSpPr>
        <p:spPr>
          <a:xfrm>
            <a:off x="566898" y="6143497"/>
            <a:ext cx="646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"max"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out-upper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（外温上限）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6D213E-7180-A048-6433-789B1AC3BAE9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F67030B-A74C-E427-0D3D-694AF7520C74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3AE6AC51-4AFC-235E-EC90-AECB72E07598}"/>
              </a:ext>
            </a:extLst>
          </p:cNvPr>
          <p:cNvSpPr/>
          <p:nvPr/>
        </p:nvSpPr>
        <p:spPr>
          <a:xfrm>
            <a:off x="5276850" y="4343400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E76C5E-27FF-F85C-9617-6A60D5151055}"/>
              </a:ext>
            </a:extLst>
          </p:cNvPr>
          <p:cNvSpPr/>
          <p:nvPr/>
        </p:nvSpPr>
        <p:spPr>
          <a:xfrm>
            <a:off x="4374964" y="1265773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待补充</a:t>
            </a:r>
          </a:p>
        </p:txBody>
      </p:sp>
    </p:spTree>
    <p:extLst>
      <p:ext uri="{BB962C8B-B14F-4D97-AF65-F5344CB8AC3E}">
        <p14:creationId xmlns:p14="http://schemas.microsoft.com/office/powerpoint/2010/main" val="20910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FACCF7B-EA3A-9DA9-8036-EA69828383FF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6986AC7-AE0E-06E4-3431-4CCF85A6971C}"/>
              </a:ext>
            </a:extLst>
          </p:cNvPr>
          <p:cNvCxnSpPr/>
          <p:nvPr/>
        </p:nvCxnSpPr>
        <p:spPr>
          <a:xfrm>
            <a:off x="7870005" y="795131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A6F1B0AB-69A5-9C5E-35C7-B8A0F8A7C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72" y="893101"/>
            <a:ext cx="5614431" cy="278494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2BDDE96-0A65-E1D9-7F19-3762161A5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753" y="4144585"/>
            <a:ext cx="4856309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3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EA44E-D0C8-07BA-0F14-59BBD26B3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6AE2688-33B3-FC5F-739E-1485CBB13C6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629D31-D96E-DDDD-C95D-13ADBD3286C5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E2E56D-D50B-FA9D-599B-86BA7F454B7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日龄外部温度处于</a:t>
            </a:r>
            <a:r>
              <a:rPr lang="en-US" altLang="zh-CN" sz="1400" dirty="0">
                <a:solidFill>
                  <a:schemeClr val="tx1"/>
                </a:solidFill>
              </a:rPr>
              <a:t>27.1-32.2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33.0-33.6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AE32D3A0-DB44-ADF5-6ACC-A96983F108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902" y="3220948"/>
            <a:ext cx="4797595" cy="2346527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CDF6046E-5AEE-368F-FE91-B2B53B053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08782"/>
            <a:ext cx="4726003" cy="2372868"/>
          </a:xfrm>
          <a:prstGeom prst="rect">
            <a:avLst/>
          </a:prstGeom>
        </p:spPr>
      </p:pic>
      <p:pic>
        <p:nvPicPr>
          <p:cNvPr id="11" name="图片 10" descr="图表, 直方图&#10;&#10;AI 生成的内容可能不正确。">
            <a:extLst>
              <a:ext uri="{FF2B5EF4-FFF2-40B4-BE49-F238E27FC236}">
                <a16:creationId xmlns:a16="http://schemas.microsoft.com/office/drawing/2014/main" id="{85991A5E-6B68-05A8-D843-3FEA4244F1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857242"/>
            <a:ext cx="4795951" cy="2260405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D23F43E5-7F62-A7FA-0287-0CE8CE3559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857242"/>
            <a:ext cx="4726003" cy="2260405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60D86B0C-7DF7-4ACE-BC30-85CED08E48CD}"/>
              </a:ext>
            </a:extLst>
          </p:cNvPr>
          <p:cNvSpPr/>
          <p:nvPr/>
        </p:nvSpPr>
        <p:spPr>
          <a:xfrm>
            <a:off x="4227815" y="1194789"/>
            <a:ext cx="313363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6A4D5F4-B926-ECAB-4226-A32A93E7EF5F}"/>
              </a:ext>
            </a:extLst>
          </p:cNvPr>
          <p:cNvSpPr/>
          <p:nvPr/>
        </p:nvSpPr>
        <p:spPr>
          <a:xfrm>
            <a:off x="7484249" y="1095895"/>
            <a:ext cx="1728907" cy="429373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93110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1A52E-3CF6-8C7F-3A6C-CAD0A4A8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0F27C45-1699-EEA8-26CE-39138C189B8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8980C2-4CC5-7600-7FBD-426CACA7BD83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F8DB9F-C971-FB2A-ADF6-BC1E461D385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日龄外部温度大于</a:t>
            </a:r>
            <a:r>
              <a:rPr lang="en-US" altLang="zh-CN" sz="1400" dirty="0">
                <a:solidFill>
                  <a:schemeClr val="tx1"/>
                </a:solidFill>
              </a:rPr>
              <a:t>14.8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5" name="图片 4" descr="图表, 直方图&#10;&#10;AI 生成的内容可能不正确。">
            <a:extLst>
              <a:ext uri="{FF2B5EF4-FFF2-40B4-BE49-F238E27FC236}">
                <a16:creationId xmlns:a16="http://schemas.microsoft.com/office/drawing/2014/main" id="{A10F23E0-A065-D7C9-F47E-C2AE5C9D2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0949"/>
            <a:ext cx="4851354" cy="2389276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F0AFAEBE-2224-ECEC-FB8D-EB5710DDA2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45244"/>
            <a:ext cx="4851354" cy="2299210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987B13E7-3EC8-C0E8-82D0-B21CACDB26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845244"/>
            <a:ext cx="4771001" cy="228842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485A970-B064-261C-58DD-C79CCB30FFDE}"/>
              </a:ext>
            </a:extLst>
          </p:cNvPr>
          <p:cNvSpPr/>
          <p:nvPr/>
        </p:nvSpPr>
        <p:spPr>
          <a:xfrm>
            <a:off x="4723034" y="1221596"/>
            <a:ext cx="419182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615B2E94-DBB4-EAD7-34D3-2F147074E9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3209608"/>
            <a:ext cx="4771001" cy="240061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9D83615-0E39-E64F-1A56-70DBB6BD265B}"/>
              </a:ext>
            </a:extLst>
          </p:cNvPr>
          <p:cNvSpPr/>
          <p:nvPr/>
        </p:nvSpPr>
        <p:spPr>
          <a:xfrm>
            <a:off x="8124568" y="1247775"/>
            <a:ext cx="803190" cy="414185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0751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3F81-35B8-EB21-8216-26218566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6D38370-B21F-BAF1-236A-5BE55FA2145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A87B09-841C-33F8-129F-BBB18D7D122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EC3303-9390-272E-8A2E-2BC45BDE60C1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F2F5423D-3323-85ED-27E9-B92DFE6B9A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3265710"/>
            <a:ext cx="4881473" cy="2328575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B28B9FBF-419B-0D30-3214-7C101F0821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3264155"/>
            <a:ext cx="4799040" cy="2328574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0350A5BC-C852-5FA9-0E14-61FFBA02BC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833317"/>
            <a:ext cx="4799040" cy="2343557"/>
          </a:xfrm>
          <a:prstGeom prst="rect">
            <a:avLst/>
          </a:prstGeom>
        </p:spPr>
      </p:pic>
      <p:pic>
        <p:nvPicPr>
          <p:cNvPr id="14" name="图片 1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50F1EAD-A95E-A97D-CD60-D0BA804734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34872"/>
            <a:ext cx="4881473" cy="234355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FB59719-F8A7-1077-7437-492A55FEADF9}"/>
              </a:ext>
            </a:extLst>
          </p:cNvPr>
          <p:cNvSpPr/>
          <p:nvPr/>
        </p:nvSpPr>
        <p:spPr>
          <a:xfrm>
            <a:off x="4675373" y="1183305"/>
            <a:ext cx="292043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97AD4C-5D1A-95F0-6E6E-EED2467E94CD}"/>
              </a:ext>
            </a:extLst>
          </p:cNvPr>
          <p:cNvSpPr/>
          <p:nvPr/>
        </p:nvSpPr>
        <p:spPr>
          <a:xfrm>
            <a:off x="7860766" y="1209484"/>
            <a:ext cx="1613647" cy="414185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1127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FDE06-FFDB-6BB8-3732-56A45EB2B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6AE9D7A-C0E0-9A08-9D5F-2035FBC0A58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2C4BA0-6FB8-1B33-72D2-C0C7D978E14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FCFEF6-119E-0D7D-324E-C1A46AE26FFE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D46DA6F7-70FA-1E28-5AAB-AF70BF9447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3304249"/>
            <a:ext cx="4700844" cy="2305436"/>
          </a:xfrm>
          <a:prstGeom prst="rect">
            <a:avLst/>
          </a:prstGeom>
        </p:spPr>
      </p:pic>
      <p:pic>
        <p:nvPicPr>
          <p:cNvPr id="11" name="图片 10" descr="图表, 折线图, 直方图&#10;&#10;AI 生成的内容可能不正确。">
            <a:extLst>
              <a:ext uri="{FF2B5EF4-FFF2-40B4-BE49-F238E27FC236}">
                <a16:creationId xmlns:a16="http://schemas.microsoft.com/office/drawing/2014/main" id="{5C9D399B-6820-6E7B-3362-14308A99B2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3304249"/>
            <a:ext cx="5015671" cy="2305437"/>
          </a:xfrm>
          <a:prstGeom prst="rect">
            <a:avLst/>
          </a:prstGeom>
        </p:spPr>
      </p:pic>
      <p:pic>
        <p:nvPicPr>
          <p:cNvPr id="12" name="图片 1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C4A65D5-E076-37FD-5A32-757959CFFA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876290"/>
            <a:ext cx="5015671" cy="2315386"/>
          </a:xfrm>
          <a:prstGeom prst="rect">
            <a:avLst/>
          </a:prstGeom>
        </p:spPr>
      </p:pic>
      <p:pic>
        <p:nvPicPr>
          <p:cNvPr id="14" name="图片 13" descr="图表, 折线图&#10;&#10;AI 生成的内容可能不正确。">
            <a:extLst>
              <a:ext uri="{FF2B5EF4-FFF2-40B4-BE49-F238E27FC236}">
                <a16:creationId xmlns:a16="http://schemas.microsoft.com/office/drawing/2014/main" id="{3A1F4E60-8BF1-81EB-C1C9-E18D2A7825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876290"/>
            <a:ext cx="4700844" cy="234465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A6602755-656A-ADD1-81F5-1D3C83837857}"/>
              </a:ext>
            </a:extLst>
          </p:cNvPr>
          <p:cNvSpPr/>
          <p:nvPr/>
        </p:nvSpPr>
        <p:spPr>
          <a:xfrm>
            <a:off x="4341479" y="1209484"/>
            <a:ext cx="487696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6FF95A-DCAD-B286-4FED-287E6EC2F867}"/>
              </a:ext>
            </a:extLst>
          </p:cNvPr>
          <p:cNvSpPr/>
          <p:nvPr/>
        </p:nvSpPr>
        <p:spPr>
          <a:xfrm>
            <a:off x="10140013" y="1201682"/>
            <a:ext cx="487696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3649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2322-7050-2113-3561-4AA570FCB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632132E-86AC-F441-33BF-118488420DC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70D2DD-7EB0-F784-FB96-97899A173D1E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CF008B-A4B6-5461-2BEC-3DFC36B6893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D1BB8986-01FD-4313-25CF-C8202D6ADD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3293531"/>
            <a:ext cx="4985315" cy="2302821"/>
          </a:xfrm>
          <a:prstGeom prst="rect">
            <a:avLst/>
          </a:prstGeom>
        </p:spPr>
      </p:pic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255EF84E-0B5E-9E7A-968A-309001644E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3293531"/>
            <a:ext cx="4625975" cy="2293778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07214AC2-A575-FBC8-09E7-21FBB32B85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203" y="751037"/>
            <a:ext cx="4625574" cy="2429753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BF119A7E-03B6-0376-A99C-EA60D69A9A52}"/>
              </a:ext>
            </a:extLst>
          </p:cNvPr>
          <p:cNvSpPr/>
          <p:nvPr/>
        </p:nvSpPr>
        <p:spPr>
          <a:xfrm>
            <a:off x="10063172" y="1169683"/>
            <a:ext cx="207469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C09E8918-681C-9BB3-D0C0-36182B80ADC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751037"/>
            <a:ext cx="4985315" cy="242641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EB20458-5B8D-4990-C3C0-C9DFDFF1B786}"/>
              </a:ext>
            </a:extLst>
          </p:cNvPr>
          <p:cNvSpPr/>
          <p:nvPr/>
        </p:nvSpPr>
        <p:spPr>
          <a:xfrm>
            <a:off x="5248195" y="1169683"/>
            <a:ext cx="207469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4945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DFFEA-8C7C-7C38-D721-42C6A0BEF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197FAA7-3617-05E2-8A39-09C4F4CB7DD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3D5273-226B-596A-27F7-FA5CF7F4D888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835387-4613-2CF3-B0B4-BDCF6DDAFE1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AA5936A8-1297-9592-CAC2-FF9E18DA53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3394184"/>
            <a:ext cx="4720588" cy="2222584"/>
          </a:xfrm>
          <a:prstGeom prst="rect">
            <a:avLst/>
          </a:prstGeom>
        </p:spPr>
      </p:pic>
      <p:pic>
        <p:nvPicPr>
          <p:cNvPr id="18" name="图片 17" descr="图表, 折线图&#10;&#10;AI 生成的内容可能不正确。">
            <a:extLst>
              <a:ext uri="{FF2B5EF4-FFF2-40B4-BE49-F238E27FC236}">
                <a16:creationId xmlns:a16="http://schemas.microsoft.com/office/drawing/2014/main" id="{F6CE910E-D3F8-3F07-22AB-9B9800C577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3394184"/>
            <a:ext cx="4852750" cy="2222584"/>
          </a:xfrm>
          <a:prstGeom prst="rect">
            <a:avLst/>
          </a:prstGeom>
        </p:spPr>
      </p:pic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627471E7-E7D8-48BD-18E2-8BBB4A2C79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861089"/>
            <a:ext cx="4852750" cy="243060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CD06A4B-B9AC-4E14-2426-7FE4C8F1D942}"/>
              </a:ext>
            </a:extLst>
          </p:cNvPr>
          <p:cNvSpPr/>
          <p:nvPr/>
        </p:nvSpPr>
        <p:spPr>
          <a:xfrm>
            <a:off x="3611496" y="1196123"/>
            <a:ext cx="1244813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30" name="图片 29" descr="图表&#10;&#10;AI 生成的内容可能不正确。">
            <a:extLst>
              <a:ext uri="{FF2B5EF4-FFF2-40B4-BE49-F238E27FC236}">
                <a16:creationId xmlns:a16="http://schemas.microsoft.com/office/drawing/2014/main" id="{4FC804A0-EDD5-A357-F0CC-2B07662334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852206"/>
            <a:ext cx="4720588" cy="240927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2291D9A-3000-D61A-093A-DDEF286DBF62}"/>
              </a:ext>
            </a:extLst>
          </p:cNvPr>
          <p:cNvSpPr/>
          <p:nvPr/>
        </p:nvSpPr>
        <p:spPr>
          <a:xfrm>
            <a:off x="6657655" y="1136743"/>
            <a:ext cx="650928" cy="424948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7970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FD593-E929-541D-30E4-C1599285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A1B5292-3F6B-5C60-C83B-5EA37492BBB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D4EBB4-4ED0-B845-46CC-9E13951D4C8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D75F60-3C62-BA21-6A6A-F4B662BBFAB7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14FDB460-1143-556E-8DF1-07D71A687D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1" y="779093"/>
            <a:ext cx="5065531" cy="2354575"/>
          </a:xfrm>
          <a:prstGeom prst="rect">
            <a:avLst/>
          </a:prstGeom>
        </p:spPr>
      </p:pic>
      <p:pic>
        <p:nvPicPr>
          <p:cNvPr id="27" name="图片 26" descr="图表&#10;&#10;AI 生成的内容可能不正确。">
            <a:extLst>
              <a:ext uri="{FF2B5EF4-FFF2-40B4-BE49-F238E27FC236}">
                <a16:creationId xmlns:a16="http://schemas.microsoft.com/office/drawing/2014/main" id="{A810808C-01DD-8AF2-C723-EAB40C1F55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91" y="554904"/>
            <a:ext cx="4173815" cy="2544009"/>
          </a:xfrm>
          <a:prstGeom prst="rect">
            <a:avLst/>
          </a:prstGeom>
        </p:spPr>
      </p:pic>
      <p:pic>
        <p:nvPicPr>
          <p:cNvPr id="29" name="图片 28" descr="图表, 折线图&#10;&#10;AI 生成的内容可能不正确。">
            <a:extLst>
              <a:ext uri="{FF2B5EF4-FFF2-40B4-BE49-F238E27FC236}">
                <a16:creationId xmlns:a16="http://schemas.microsoft.com/office/drawing/2014/main" id="{5423DFC1-C9B7-D787-1E9E-229B44FA4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138" y="3296930"/>
            <a:ext cx="4976783" cy="225224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16BF75D-1359-3253-6526-C01322275BE1}"/>
              </a:ext>
            </a:extLst>
          </p:cNvPr>
          <p:cNvSpPr/>
          <p:nvPr/>
        </p:nvSpPr>
        <p:spPr>
          <a:xfrm>
            <a:off x="5158946" y="1172457"/>
            <a:ext cx="222422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35" name="图片 34" descr="图表, 折线图&#10;&#10;AI 生成的内容可能不正确。">
            <a:extLst>
              <a:ext uri="{FF2B5EF4-FFF2-40B4-BE49-F238E27FC236}">
                <a16:creationId xmlns:a16="http://schemas.microsoft.com/office/drawing/2014/main" id="{1D414F9F-6C73-6229-4335-A5A52ADC81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613" y="3251904"/>
            <a:ext cx="4144293" cy="2297266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AFE9C6A-BB1C-3CD6-72C2-4C4ED19520A4}"/>
              </a:ext>
            </a:extLst>
          </p:cNvPr>
          <p:cNvSpPr/>
          <p:nvPr/>
        </p:nvSpPr>
        <p:spPr>
          <a:xfrm>
            <a:off x="9756161" y="899032"/>
            <a:ext cx="468316" cy="44361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6404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103CF-5178-4B82-D5DF-05C02630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7DCD49B-FB76-6024-AF02-C21AD1A47A5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A6C2B2-826E-5B10-AA68-074F331F37B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733A5F-28D1-F0A0-4A62-7AA0110E63A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6" name="图片 5" descr="图形用户界面&#10;&#10;AI 生成的内容可能不正确。">
            <a:extLst>
              <a:ext uri="{FF2B5EF4-FFF2-40B4-BE49-F238E27FC236}">
                <a16:creationId xmlns:a16="http://schemas.microsoft.com/office/drawing/2014/main" id="{3FAC2895-8A29-99E2-B9DD-7D60756BAD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0" y="3220948"/>
            <a:ext cx="5005477" cy="2320909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B38AB310-32FE-2879-5E45-72BC1A9537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220947"/>
            <a:ext cx="4698756" cy="2320909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F2D2099D-BBC5-14D7-5D17-AFCDCBA016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747048"/>
            <a:ext cx="4993645" cy="2320909"/>
          </a:xfrm>
          <a:prstGeom prst="rect">
            <a:avLst/>
          </a:prstGeom>
        </p:spPr>
      </p:pic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7181CBC3-BE0F-5418-7784-80BA72731F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747046"/>
            <a:ext cx="4698756" cy="232091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A81396EA-83D3-909D-51E2-6EB9A038D76A}"/>
              </a:ext>
            </a:extLst>
          </p:cNvPr>
          <p:cNvSpPr/>
          <p:nvPr/>
        </p:nvSpPr>
        <p:spPr>
          <a:xfrm>
            <a:off x="5386338" y="1145568"/>
            <a:ext cx="390524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DAA2BE-70C1-25E5-A859-67719B621827}"/>
              </a:ext>
            </a:extLst>
          </p:cNvPr>
          <p:cNvSpPr/>
          <p:nvPr/>
        </p:nvSpPr>
        <p:spPr>
          <a:xfrm>
            <a:off x="9844880" y="1109611"/>
            <a:ext cx="763098" cy="425768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3463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7F950-36A8-F0F4-C6BC-BDB5BC21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66C8EFD-51E1-EFD9-7588-674003DF0C10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4C5A05E-A2DA-2BE9-F9D1-1EE2135E7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240" y="528358"/>
            <a:ext cx="4914159" cy="251489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A241C48-EF82-AE17-A6E2-79A060954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74" y="3429000"/>
            <a:ext cx="3817217" cy="223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0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11580-3167-3025-9839-8FDBDBE8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5A67077-DC95-F421-BFBE-50E6529859D3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AA0DC4-2952-E335-1376-8838029B3E91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6777320-33BF-7387-1C32-720CCF9488E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393A4A2C-7055-E5EF-9664-D511EB9E89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42" y="871458"/>
            <a:ext cx="4800867" cy="2290254"/>
          </a:xfrm>
          <a:prstGeom prst="rect">
            <a:avLst/>
          </a:prstGeom>
        </p:spPr>
      </p:pic>
      <p:pic>
        <p:nvPicPr>
          <p:cNvPr id="15" name="图片 14" descr="图表&#10;&#10;AI 生成的内容可能不正确。">
            <a:extLst>
              <a:ext uri="{FF2B5EF4-FFF2-40B4-BE49-F238E27FC236}">
                <a16:creationId xmlns:a16="http://schemas.microsoft.com/office/drawing/2014/main" id="{B95FAEA2-53C2-AB91-980F-A5BE0A86B7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824" y="871458"/>
            <a:ext cx="4695825" cy="2290254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3C46E8FB-0BD9-8960-C238-BAA5010AD4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42" y="3333752"/>
            <a:ext cx="4800867" cy="2290254"/>
          </a:xfrm>
          <a:prstGeom prst="rect">
            <a:avLst/>
          </a:prstGeom>
        </p:spPr>
      </p:pic>
      <p:pic>
        <p:nvPicPr>
          <p:cNvPr id="24" name="图片 23" descr="图表&#10;&#10;AI 生成的内容可能不正确。">
            <a:extLst>
              <a:ext uri="{FF2B5EF4-FFF2-40B4-BE49-F238E27FC236}">
                <a16:creationId xmlns:a16="http://schemas.microsoft.com/office/drawing/2014/main" id="{365E2160-85DA-1509-CF11-C5CB5F6E61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349" y="3333752"/>
            <a:ext cx="4686300" cy="229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89BD0-AC38-B67D-D3C9-AEDB0768A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F5FC91C-39C2-7C99-2868-691BA37CA1EA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4D43A7-94FE-00A9-F11C-D75C2CC0EC14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2305384-B8FC-D725-04F5-9FC5CB19FED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直方图&#10;&#10;AI 生成的内容可能不正确。">
            <a:extLst>
              <a:ext uri="{FF2B5EF4-FFF2-40B4-BE49-F238E27FC236}">
                <a16:creationId xmlns:a16="http://schemas.microsoft.com/office/drawing/2014/main" id="{A242292E-C8A1-32EC-2609-3D23C87310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65" y="872340"/>
            <a:ext cx="4776260" cy="2303059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B094A671-AB5A-0EE8-AF3B-833A0ACF73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552" y="3278590"/>
            <a:ext cx="4814581" cy="2303059"/>
          </a:xfrm>
          <a:prstGeom prst="rect">
            <a:avLst/>
          </a:prstGeom>
        </p:spPr>
      </p:pic>
      <p:pic>
        <p:nvPicPr>
          <p:cNvPr id="16" name="图片 15" descr="图表, 直方图&#10;&#10;AI 生成的内容可能不正确。">
            <a:extLst>
              <a:ext uri="{FF2B5EF4-FFF2-40B4-BE49-F238E27FC236}">
                <a16:creationId xmlns:a16="http://schemas.microsoft.com/office/drawing/2014/main" id="{17453D7E-A2DF-910F-A0BD-0A4DD985C5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553" y="872340"/>
            <a:ext cx="4814581" cy="2303059"/>
          </a:xfrm>
          <a:prstGeom prst="rect">
            <a:avLst/>
          </a:prstGeom>
        </p:spPr>
      </p:pic>
      <p:pic>
        <p:nvPicPr>
          <p:cNvPr id="18" name="图片 17" descr="图表, 折线图&#10;&#10;AI 生成的内容可能不正确。">
            <a:extLst>
              <a:ext uri="{FF2B5EF4-FFF2-40B4-BE49-F238E27FC236}">
                <a16:creationId xmlns:a16="http://schemas.microsoft.com/office/drawing/2014/main" id="{B715291A-1887-3467-6BE5-A09D7CA891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65" y="3278590"/>
            <a:ext cx="4776260" cy="230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369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47CA2-2EDF-6969-52FC-5E59860A5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F54181F-FED7-72E8-C557-713557067554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2C29C3-7AD3-A960-D86D-B1886ECD6DF2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12EA822-DB8C-ACF1-8081-80EAF63627A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直方图&#10;&#10;AI 生成的内容可能不正确。">
            <a:extLst>
              <a:ext uri="{FF2B5EF4-FFF2-40B4-BE49-F238E27FC236}">
                <a16:creationId xmlns:a16="http://schemas.microsoft.com/office/drawing/2014/main" id="{14B10095-4B47-6509-9189-17495DB0D7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98" y="882927"/>
            <a:ext cx="4729452" cy="2325700"/>
          </a:xfrm>
          <a:prstGeom prst="rect">
            <a:avLst/>
          </a:prstGeom>
        </p:spPr>
      </p:pic>
      <p:pic>
        <p:nvPicPr>
          <p:cNvPr id="6" name="图片 5" descr="图片包含 图表&#10;&#10;AI 生成的内容可能不正确。">
            <a:extLst>
              <a:ext uri="{FF2B5EF4-FFF2-40B4-BE49-F238E27FC236}">
                <a16:creationId xmlns:a16="http://schemas.microsoft.com/office/drawing/2014/main" id="{3660ED56-71F2-9736-41B1-895A319CDF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729" y="882927"/>
            <a:ext cx="4806173" cy="2325700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F20FE9A9-9018-F1C8-A323-097B1A749D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729" y="3343038"/>
            <a:ext cx="4806173" cy="2238612"/>
          </a:xfrm>
          <a:prstGeom prst="rect">
            <a:avLst/>
          </a:prstGeom>
        </p:spPr>
      </p:pic>
      <p:pic>
        <p:nvPicPr>
          <p:cNvPr id="14" name="图片 13" descr="图表, 折线图&#10;&#10;AI 生成的内容可能不正确。">
            <a:extLst>
              <a:ext uri="{FF2B5EF4-FFF2-40B4-BE49-F238E27FC236}">
                <a16:creationId xmlns:a16="http://schemas.microsoft.com/office/drawing/2014/main" id="{F4A238B2-2A4D-B715-5AA0-7AD9B1B8EB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98" y="3343038"/>
            <a:ext cx="4729452" cy="223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99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6C85C-C11C-E66B-66E6-827F5636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EBA9233-6408-CA61-D054-FFB39E9B6F72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3D2026-1CA6-32DA-3585-CAD9B1B9FCD0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C25F94D-F23F-337B-37E3-A359216BB77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12616E6-2E49-FD30-F8D6-33C0D61A84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39" y="860510"/>
            <a:ext cx="4829236" cy="2341985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9F814C9A-FD2E-3267-E994-331FF4B675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246" y="860509"/>
            <a:ext cx="4806715" cy="2341985"/>
          </a:xfrm>
          <a:prstGeom prst="rect">
            <a:avLst/>
          </a:prstGeom>
        </p:spPr>
      </p:pic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F76EC024-7AAC-A5FD-0AD9-06C47A4F4B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39" y="3314489"/>
            <a:ext cx="4829236" cy="2267161"/>
          </a:xfrm>
          <a:prstGeom prst="rect">
            <a:avLst/>
          </a:prstGeom>
        </p:spPr>
      </p:pic>
      <p:pic>
        <p:nvPicPr>
          <p:cNvPr id="16" name="图片 15" descr="图表&#10;&#10;AI 生成的内容可能不正确。">
            <a:extLst>
              <a:ext uri="{FF2B5EF4-FFF2-40B4-BE49-F238E27FC236}">
                <a16:creationId xmlns:a16="http://schemas.microsoft.com/office/drawing/2014/main" id="{20A7DF24-BD8E-AB8F-BDE1-137B76F2A06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246" y="3314487"/>
            <a:ext cx="4806714" cy="227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69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9598B-D66C-307C-CF16-EAA4ABE3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E56BD75-21B4-1BB5-8F1C-8A3BA4FE42A8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BEA69F4-1105-E524-154A-1FF54F7564DF}"/>
              </a:ext>
            </a:extLst>
          </p:cNvPr>
          <p:cNvGraphicFramePr>
            <a:graphicFrameLocks noGrp="1"/>
          </p:cNvGraphicFramePr>
          <p:nvPr/>
        </p:nvGraphicFramePr>
        <p:xfrm>
          <a:off x="1376274" y="4101288"/>
          <a:ext cx="4303118" cy="19893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0-2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3-5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30.6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6-8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9.3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17.6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29.1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9-11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27.6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12-14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29.1(max)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15-17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19.1(max)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25.2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18-20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24.4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21-23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22.7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EE9CBF19-EBAD-3CD1-C3A1-B4486FCF82B4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：养殖过渡阶段，对低温敏感程度下降，内温区间较前一阶段下降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6.5℃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低死淘和高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分布在温度最高的分箱中，内温从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12-14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26.2℃~26.9℃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）→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15-17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25.2℃~25.9℃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），每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日龄下降约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1℃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，内部温度的偏移对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的波动较为显著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和死淘受内部温度偏移波动显著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12-14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日龄外温上限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29.1℃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（标注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36B0AF-85D9-D1C7-3B39-B2030EB7BFF4}"/>
              </a:ext>
            </a:extLst>
          </p:cNvPr>
          <p:cNvSpPr txBox="1"/>
          <p:nvPr/>
        </p:nvSpPr>
        <p:spPr>
          <a:xfrm>
            <a:off x="566898" y="6143497"/>
            <a:ext cx="646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"max"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out-upper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（外温上限）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B874FC-6FDD-2911-EAA5-5B03D6E7F73E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02A23E8-897F-7023-0322-B6FDFC287F54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62B4C397-3266-B44D-0CDD-315D1BE85036}"/>
              </a:ext>
            </a:extLst>
          </p:cNvPr>
          <p:cNvSpPr/>
          <p:nvPr/>
        </p:nvSpPr>
        <p:spPr>
          <a:xfrm>
            <a:off x="5276850" y="4343400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FE46C9-5D2D-5EC9-AE25-0F8621494BC0}"/>
              </a:ext>
            </a:extLst>
          </p:cNvPr>
          <p:cNvSpPr/>
          <p:nvPr/>
        </p:nvSpPr>
        <p:spPr>
          <a:xfrm>
            <a:off x="4374964" y="1265773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待补充</a:t>
            </a:r>
          </a:p>
        </p:txBody>
      </p:sp>
    </p:spTree>
    <p:extLst>
      <p:ext uri="{BB962C8B-B14F-4D97-AF65-F5344CB8AC3E}">
        <p14:creationId xmlns:p14="http://schemas.microsoft.com/office/powerpoint/2010/main" val="4178313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F51DD-FC90-1E0F-7478-E2A23DF3D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FD9E094-8166-40ED-0C60-A7C133DFBAA6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671477C-BCAC-1EDA-9AF5-A46D4282F984}"/>
              </a:ext>
            </a:extLst>
          </p:cNvPr>
          <p:cNvCxnSpPr/>
          <p:nvPr/>
        </p:nvCxnSpPr>
        <p:spPr>
          <a:xfrm>
            <a:off x="6809608" y="871972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81CE122D-CA76-62E5-8C2A-6AD0E372D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882" y="1025652"/>
            <a:ext cx="4421795" cy="223188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81B8688-6C8F-5D08-2705-B97F05E55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17" y="3778543"/>
            <a:ext cx="4856309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8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8E34-C736-AC1D-4A69-37784EB5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19D30A4-FE64-1386-DE2F-FD80DF18D6B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B3F727-2999-3F53-3A3C-EA0A2687926F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F6A046-A53F-6F8E-8458-22333B4CFD9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日龄外部温度处于</a:t>
            </a:r>
            <a:r>
              <a:rPr lang="en-US" altLang="zh-CN" sz="1400" dirty="0">
                <a:solidFill>
                  <a:schemeClr val="tx1"/>
                </a:solidFill>
              </a:rPr>
              <a:t>27.1-32.2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33.0-33.6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2613A884-F51F-50B0-CB49-D5A29CC5F2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04431"/>
            <a:ext cx="4726003" cy="2404914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01BC4B6B-B93F-770C-FCBF-9DFA2F09B3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3204430"/>
            <a:ext cx="4795951" cy="2404913"/>
          </a:xfrm>
          <a:prstGeom prst="rect">
            <a:avLst/>
          </a:prstGeom>
        </p:spPr>
      </p:pic>
      <p:pic>
        <p:nvPicPr>
          <p:cNvPr id="18" name="图片 17" descr="图表, 直方图&#10;&#10;AI 生成的内容可能不正确。">
            <a:extLst>
              <a:ext uri="{FF2B5EF4-FFF2-40B4-BE49-F238E27FC236}">
                <a16:creationId xmlns:a16="http://schemas.microsoft.com/office/drawing/2014/main" id="{C96BED56-6D3B-44A6-3EC5-D60B845BEE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7" y="883578"/>
            <a:ext cx="4726003" cy="2217766"/>
          </a:xfrm>
          <a:prstGeom prst="rect">
            <a:avLst/>
          </a:prstGeom>
        </p:spPr>
      </p:pic>
      <p:pic>
        <p:nvPicPr>
          <p:cNvPr id="22" name="图片 21" descr="图表&#10;&#10;AI 生成的内容可能不正确。">
            <a:extLst>
              <a:ext uri="{FF2B5EF4-FFF2-40B4-BE49-F238E27FC236}">
                <a16:creationId xmlns:a16="http://schemas.microsoft.com/office/drawing/2014/main" id="{06311F80-5A7C-15F3-4E2A-579E685626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883577"/>
            <a:ext cx="4795950" cy="223357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01587630-4667-F723-0975-CA410A287922}"/>
              </a:ext>
            </a:extLst>
          </p:cNvPr>
          <p:cNvSpPr/>
          <p:nvPr/>
        </p:nvSpPr>
        <p:spPr>
          <a:xfrm>
            <a:off x="3184989" y="1145568"/>
            <a:ext cx="14897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AED97DA-802D-C004-50DC-14338C0463C5}"/>
              </a:ext>
            </a:extLst>
          </p:cNvPr>
          <p:cNvSpPr/>
          <p:nvPr/>
        </p:nvSpPr>
        <p:spPr>
          <a:xfrm>
            <a:off x="7746715" y="1109611"/>
            <a:ext cx="254285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6497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7F4F0-1FED-5D30-9458-75FB8F137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F208A8A-685E-FE5E-641D-A6407178DBC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2A7D98-5E56-2CD2-2996-761D1EBDB161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08C43B-1393-1201-51D4-3B6FEB7A1BD1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日龄外部温度大于</a:t>
            </a:r>
            <a:r>
              <a:rPr lang="en-US" altLang="zh-CN" sz="1400" dirty="0">
                <a:solidFill>
                  <a:schemeClr val="tx1"/>
                </a:solidFill>
              </a:rPr>
              <a:t>14.8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C6EB5334-1E6E-83DB-DF38-281361B38F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3220949"/>
            <a:ext cx="4771001" cy="2376088"/>
          </a:xfrm>
          <a:prstGeom prst="rect">
            <a:avLst/>
          </a:prstGeom>
        </p:spPr>
      </p:pic>
      <p:pic>
        <p:nvPicPr>
          <p:cNvPr id="10" name="图片 9" descr="图形用户界面, 图表&#10;&#10;AI 生成的内容可能不正确。">
            <a:extLst>
              <a:ext uri="{FF2B5EF4-FFF2-40B4-BE49-F238E27FC236}">
                <a16:creationId xmlns:a16="http://schemas.microsoft.com/office/drawing/2014/main" id="{0BB0A0D1-3F50-BF5A-77E7-85F3231571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0949"/>
            <a:ext cx="4851354" cy="2376088"/>
          </a:xfrm>
          <a:prstGeom prst="rect">
            <a:avLst/>
          </a:prstGeom>
        </p:spPr>
      </p:pic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4A03BE13-FFD2-8579-199F-F8C024DA47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8" y="855723"/>
            <a:ext cx="4771001" cy="2249832"/>
          </a:xfrm>
          <a:prstGeom prst="rect">
            <a:avLst/>
          </a:prstGeom>
        </p:spPr>
      </p:pic>
      <p:pic>
        <p:nvPicPr>
          <p:cNvPr id="20" name="图片 19" descr="图表, 直方图&#10;&#10;AI 生成的内容可能不正确。">
            <a:extLst>
              <a:ext uri="{FF2B5EF4-FFF2-40B4-BE49-F238E27FC236}">
                <a16:creationId xmlns:a16="http://schemas.microsoft.com/office/drawing/2014/main" id="{6618ED9E-2D67-D64D-B8B2-1C5F7094CD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55722"/>
            <a:ext cx="4851354" cy="228873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69343C8-F365-5064-172D-930FAEF4B16D}"/>
              </a:ext>
            </a:extLst>
          </p:cNvPr>
          <p:cNvSpPr/>
          <p:nvPr/>
        </p:nvSpPr>
        <p:spPr>
          <a:xfrm>
            <a:off x="3324225" y="1145568"/>
            <a:ext cx="2400300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6376EC-4275-1808-887D-2DDA0A940906}"/>
              </a:ext>
            </a:extLst>
          </p:cNvPr>
          <p:cNvSpPr/>
          <p:nvPr/>
        </p:nvSpPr>
        <p:spPr>
          <a:xfrm>
            <a:off x="6591301" y="1109611"/>
            <a:ext cx="1078743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66393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BB1DE-5BB1-AFE7-9F95-291652BA3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D3C1C32-F03A-C03C-E6C4-DCF32F4EABF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3E533B-CDB8-F9AA-CB91-9AF847B15855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2F952F-FE75-16BF-596A-71EBC8CAB4E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4AD0090B-FBC7-9685-25E4-8F120BE594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3280724"/>
            <a:ext cx="4799040" cy="2331931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F4E566F6-3188-007E-EEB6-2606BA9A71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3283835"/>
            <a:ext cx="4881472" cy="2331932"/>
          </a:xfrm>
          <a:prstGeom prst="rect">
            <a:avLst/>
          </a:prstGeom>
        </p:spPr>
      </p:pic>
      <p:pic>
        <p:nvPicPr>
          <p:cNvPr id="18" name="图片 17" descr="图表, 直方图&#10;&#10;AI 生成的内容可能不正确。">
            <a:extLst>
              <a:ext uri="{FF2B5EF4-FFF2-40B4-BE49-F238E27FC236}">
                <a16:creationId xmlns:a16="http://schemas.microsoft.com/office/drawing/2014/main" id="{6449D908-F72A-E36B-D941-20E65096A9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54860"/>
            <a:ext cx="4881472" cy="2331932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86798F40-FE8F-7688-5723-62326A540B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854860"/>
            <a:ext cx="4799040" cy="233193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EF95491B-0A04-8290-BCD8-A723D476EB3F}"/>
              </a:ext>
            </a:extLst>
          </p:cNvPr>
          <p:cNvSpPr/>
          <p:nvPr/>
        </p:nvSpPr>
        <p:spPr>
          <a:xfrm>
            <a:off x="4032737" y="1145568"/>
            <a:ext cx="165295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EF2D223-B3A3-DAF9-3D08-70F77067A534}"/>
              </a:ext>
            </a:extLst>
          </p:cNvPr>
          <p:cNvSpPr/>
          <p:nvPr/>
        </p:nvSpPr>
        <p:spPr>
          <a:xfrm>
            <a:off x="6591301" y="1109611"/>
            <a:ext cx="1162563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11635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8CF25-1712-4DB5-1C83-4358C1A57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C809286-180F-DC15-04CE-F616CDB8F78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DD2EE3-CF3D-A112-7801-89B2CE82BF0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D74154-CC85-D609-D422-41407321804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F459FC2E-953A-12F6-F551-8EE677E282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3338501"/>
            <a:ext cx="5015671" cy="2315386"/>
          </a:xfrm>
          <a:prstGeom prst="rect">
            <a:avLst/>
          </a:prstGeom>
        </p:spPr>
      </p:pic>
      <p:pic>
        <p:nvPicPr>
          <p:cNvPr id="13" name="图片 12" descr="图表&#10;&#10;AI 生成的内容可能不正确。">
            <a:extLst>
              <a:ext uri="{FF2B5EF4-FFF2-40B4-BE49-F238E27FC236}">
                <a16:creationId xmlns:a16="http://schemas.microsoft.com/office/drawing/2014/main" id="{1C4A220F-7C60-DA0F-FA50-A4D3700C06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3338501"/>
            <a:ext cx="4700844" cy="2315386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3C78D4E3-461C-6EA8-59E9-56A9FEC7A8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842481"/>
            <a:ext cx="5015671" cy="2389253"/>
          </a:xfrm>
          <a:prstGeom prst="rect">
            <a:avLst/>
          </a:prstGeom>
        </p:spPr>
      </p:pic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433B0159-32C9-0A33-0144-F79F3901AF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6" y="842482"/>
            <a:ext cx="4700843" cy="2378468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9A72A759-118C-1315-27F0-69C78CA14B7E}"/>
              </a:ext>
            </a:extLst>
          </p:cNvPr>
          <p:cNvSpPr/>
          <p:nvPr/>
        </p:nvSpPr>
        <p:spPr>
          <a:xfrm>
            <a:off x="4295775" y="1145567"/>
            <a:ext cx="619125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2826CA-C22F-645B-4097-B30D537FFA0F}"/>
              </a:ext>
            </a:extLst>
          </p:cNvPr>
          <p:cNvSpPr/>
          <p:nvPr/>
        </p:nvSpPr>
        <p:spPr>
          <a:xfrm>
            <a:off x="8315325" y="1109611"/>
            <a:ext cx="276225" cy="432959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62310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10F99-E7C2-BD4A-578F-8BD3711A6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1B214BD-DB28-1F9C-0829-CE7DCAF8B1D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ACBF54-9B9A-DCBA-A964-3188863E8116}"/>
              </a:ext>
            </a:extLst>
          </p:cNvPr>
          <p:cNvSpPr/>
          <p:nvPr/>
        </p:nvSpPr>
        <p:spPr>
          <a:xfrm>
            <a:off x="1194220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D22E43-4A35-76C7-C3CC-2170D18CA8D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D9BC6492-91BB-26AC-136F-D598E7532A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4" y="3248024"/>
            <a:ext cx="4625574" cy="2381250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C8859644-B575-9AC6-7E88-E70598D35D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3248026"/>
            <a:ext cx="4985314" cy="2381250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B6F83489-AD10-74F2-84F2-B5DD115936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800043"/>
            <a:ext cx="4985314" cy="2381250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3DA5F72D-AC6B-BDB4-2158-32FB438318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4" y="800043"/>
            <a:ext cx="4625574" cy="237148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D460334F-DA87-65AA-6307-CC20BC93E263}"/>
              </a:ext>
            </a:extLst>
          </p:cNvPr>
          <p:cNvSpPr/>
          <p:nvPr/>
        </p:nvSpPr>
        <p:spPr>
          <a:xfrm>
            <a:off x="5067299" y="1145568"/>
            <a:ext cx="65722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A20913-3A63-E93C-024E-7A2290035652}"/>
              </a:ext>
            </a:extLst>
          </p:cNvPr>
          <p:cNvSpPr/>
          <p:nvPr/>
        </p:nvSpPr>
        <p:spPr>
          <a:xfrm>
            <a:off x="6591301" y="1109611"/>
            <a:ext cx="857249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441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69A2-239A-3C50-FB46-68DE11B3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0B8CC7B-64F3-B6FE-B789-115DB01FB76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05899D-C930-C8BF-F03E-F1D92B3B10C7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FF27B3-2465-CFD6-526D-D33B3CB5EFC1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07B9596C-ED98-9283-C7C9-A6551159D5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3314700"/>
            <a:ext cx="4720588" cy="2294928"/>
          </a:xfrm>
          <a:prstGeom prst="rect">
            <a:avLst/>
          </a:prstGeom>
        </p:spPr>
      </p:pic>
      <p:pic>
        <p:nvPicPr>
          <p:cNvPr id="17" name="图片 16" descr="图表, 折线图&#10;&#10;AI 生成的内容可能不正确。">
            <a:extLst>
              <a:ext uri="{FF2B5EF4-FFF2-40B4-BE49-F238E27FC236}">
                <a16:creationId xmlns:a16="http://schemas.microsoft.com/office/drawing/2014/main" id="{29E54CAE-1F15-C30B-CA08-32604F3451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896765"/>
            <a:ext cx="4852750" cy="231457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1D6A7F71-69A3-66C7-3D06-E375D85B15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896765"/>
            <a:ext cx="4720588" cy="23145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ECAA3E80-CC5E-8842-FABE-7AB54D2AB45C}"/>
              </a:ext>
            </a:extLst>
          </p:cNvPr>
          <p:cNvSpPr/>
          <p:nvPr/>
        </p:nvSpPr>
        <p:spPr>
          <a:xfrm>
            <a:off x="8905875" y="1109611"/>
            <a:ext cx="1743075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5" name="图片 24" descr="图表&#10;&#10;AI 生成的内容可能不正确。">
            <a:extLst>
              <a:ext uri="{FF2B5EF4-FFF2-40B4-BE49-F238E27FC236}">
                <a16:creationId xmlns:a16="http://schemas.microsoft.com/office/drawing/2014/main" id="{4D95D73C-268A-62B2-6D7E-D651FF529E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8" y="3336637"/>
            <a:ext cx="4852750" cy="2228434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F338709-0EDE-1D7B-4F10-6C24584D3F58}"/>
              </a:ext>
            </a:extLst>
          </p:cNvPr>
          <p:cNvSpPr/>
          <p:nvPr/>
        </p:nvSpPr>
        <p:spPr>
          <a:xfrm>
            <a:off x="3700849" y="1145568"/>
            <a:ext cx="202367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9762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49D45-0E50-8670-9483-17612E6C2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F0F9757-287F-AE43-7B49-F341217A521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B46B97-64EC-5C78-0041-9B9429F1652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D260CB-0D9D-23E9-6053-23E9466983E8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1496A527-BC91-2273-D0B9-27C22A626A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89" y="3220947"/>
            <a:ext cx="4596586" cy="2350164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E868D7A3-244C-8ABA-C8F8-EE71ABFCFD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0" y="3220948"/>
            <a:ext cx="5065531" cy="2350163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B2AB97E9-A9AB-F731-CF31-3D2B7408C7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0" y="800125"/>
            <a:ext cx="5065531" cy="2350164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37B4F400-25E6-9CBA-85A9-FE2CCB079A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89" y="800126"/>
            <a:ext cx="4596586" cy="235016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37F0C45-DDFA-B6C1-2DCE-928851334A88}"/>
              </a:ext>
            </a:extLst>
          </p:cNvPr>
          <p:cNvSpPr/>
          <p:nvPr/>
        </p:nvSpPr>
        <p:spPr>
          <a:xfrm>
            <a:off x="3514725" y="1145568"/>
            <a:ext cx="2266950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564EB8-FFCD-2D62-F926-FD828DFEF61D}"/>
              </a:ext>
            </a:extLst>
          </p:cNvPr>
          <p:cNvSpPr/>
          <p:nvPr/>
        </p:nvSpPr>
        <p:spPr>
          <a:xfrm>
            <a:off x="8801100" y="1109611"/>
            <a:ext cx="781050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9102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54C13-7DB0-1BEB-D4AB-681B7B2C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FF4D184-0B48-F6AA-E1BD-C6E780DFCB6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2A2FA5-2429-35C3-1776-CF091584CABF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936578-1713-3A07-3201-EED857243F19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DD639B0F-59AD-9914-1F06-DFCE387986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3153901"/>
            <a:ext cx="4993645" cy="2440085"/>
          </a:xfrm>
          <a:prstGeom prst="rect">
            <a:avLst/>
          </a:prstGeom>
        </p:spPr>
      </p:pic>
      <p:pic>
        <p:nvPicPr>
          <p:cNvPr id="16" name="图片 15" descr="图表&#10;&#10;AI 生成的内容可能不正确。">
            <a:extLst>
              <a:ext uri="{FF2B5EF4-FFF2-40B4-BE49-F238E27FC236}">
                <a16:creationId xmlns:a16="http://schemas.microsoft.com/office/drawing/2014/main" id="{E2B01506-41B1-C49A-1184-DA399354EB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153900"/>
            <a:ext cx="4698756" cy="244008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84931936-0C5B-9988-116A-59208CEBC0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845950"/>
            <a:ext cx="4993644" cy="2220670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A7D43E62-0C89-04AA-ED11-3C067F16FB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845950"/>
            <a:ext cx="4698756" cy="2220670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0BC90D1D-2968-57D8-1FC1-4967988B7E71}"/>
              </a:ext>
            </a:extLst>
          </p:cNvPr>
          <p:cNvSpPr/>
          <p:nvPr/>
        </p:nvSpPr>
        <p:spPr>
          <a:xfrm>
            <a:off x="3276600" y="1145568"/>
            <a:ext cx="134302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C795DE-6EDD-6825-88C6-DCB2523BA1FD}"/>
              </a:ext>
            </a:extLst>
          </p:cNvPr>
          <p:cNvSpPr/>
          <p:nvPr/>
        </p:nvSpPr>
        <p:spPr>
          <a:xfrm>
            <a:off x="9205472" y="1109611"/>
            <a:ext cx="1406178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2342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DABC8-3F0D-C5B8-FA51-64DDD18C0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875CA8-8044-FDD8-5BAE-DCC9E4039511}"/>
              </a:ext>
            </a:extLst>
          </p:cNvPr>
          <p:cNvSpPr/>
          <p:nvPr/>
        </p:nvSpPr>
        <p:spPr>
          <a:xfrm>
            <a:off x="353923" y="389026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410B0A7-7E2A-828A-78CE-E326BED1F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56" y="597911"/>
            <a:ext cx="4264518" cy="211548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5A36FD8-E811-D31E-5063-0DEBABF27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25" y="3284471"/>
            <a:ext cx="4973507" cy="244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8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1C88D-4CD9-D032-1C01-4114ABCED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7E32BE6-DCCC-3CB6-0047-8EF6876627A0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6234E0-CC77-AC70-EDD8-C99A6560F3EF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7B98AEC-7406-0490-2586-56A8FC1832B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6BAA7569-E3F8-D679-BA6F-4FD3744772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17" y="3357080"/>
            <a:ext cx="4753594" cy="2232062"/>
          </a:xfrm>
          <a:prstGeom prst="rect">
            <a:avLst/>
          </a:prstGeom>
        </p:spPr>
      </p:pic>
      <p:pic>
        <p:nvPicPr>
          <p:cNvPr id="15" name="图片 14" descr="图表, 折线图&#10;&#10;AI 生成的内容可能不正确。">
            <a:extLst>
              <a:ext uri="{FF2B5EF4-FFF2-40B4-BE49-F238E27FC236}">
                <a16:creationId xmlns:a16="http://schemas.microsoft.com/office/drawing/2014/main" id="{E81B96EC-02EE-A8E9-6B6F-214F1CB676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053" y="3357080"/>
            <a:ext cx="4646829" cy="2232062"/>
          </a:xfrm>
          <a:prstGeom prst="rect">
            <a:avLst/>
          </a:prstGeom>
        </p:spPr>
      </p:pic>
      <p:pic>
        <p:nvPicPr>
          <p:cNvPr id="18" name="图片 17" descr="图表, 折线图&#10;&#10;AI 生成的内容可能不正确。">
            <a:extLst>
              <a:ext uri="{FF2B5EF4-FFF2-40B4-BE49-F238E27FC236}">
                <a16:creationId xmlns:a16="http://schemas.microsoft.com/office/drawing/2014/main" id="{0282364E-D27B-3967-52F9-8DD26F70DB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053" y="889785"/>
            <a:ext cx="4646829" cy="2326026"/>
          </a:xfrm>
          <a:prstGeom prst="rect">
            <a:avLst/>
          </a:prstGeom>
        </p:spPr>
      </p:pic>
      <p:pic>
        <p:nvPicPr>
          <p:cNvPr id="21" name="图片 20" descr="图表, 折线图&#10;&#10;AI 生成的内容可能不正确。">
            <a:extLst>
              <a:ext uri="{FF2B5EF4-FFF2-40B4-BE49-F238E27FC236}">
                <a16:creationId xmlns:a16="http://schemas.microsoft.com/office/drawing/2014/main" id="{3C05FEFE-E449-2C8E-590E-67FE2098B7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16" y="889784"/>
            <a:ext cx="4753593" cy="23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11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1BB2E-02CC-CC92-F19B-8E3481E20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82BE1FC-33B2-1932-995B-4C733955290A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9C394E-78F1-7D51-5F55-1DDCB9BDEBA7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6493B8E-2AA6-492C-9746-F2D43CF6BB7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16" name="图片 15" descr="图表&#10;&#10;AI 生成的内容可能不正确。">
            <a:extLst>
              <a:ext uri="{FF2B5EF4-FFF2-40B4-BE49-F238E27FC236}">
                <a16:creationId xmlns:a16="http://schemas.microsoft.com/office/drawing/2014/main" id="{FE6B6A2A-935F-33B3-AB4A-5D42396155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16" y="880395"/>
            <a:ext cx="4827847" cy="2388324"/>
          </a:xfrm>
          <a:prstGeom prst="rect">
            <a:avLst/>
          </a:prstGeom>
        </p:spPr>
      </p:pic>
      <p:pic>
        <p:nvPicPr>
          <p:cNvPr id="18" name="图片 17" descr="图表, 折线图&#10;&#10;AI 生成的内容可能不正确。">
            <a:extLst>
              <a:ext uri="{FF2B5EF4-FFF2-40B4-BE49-F238E27FC236}">
                <a16:creationId xmlns:a16="http://schemas.microsoft.com/office/drawing/2014/main" id="{081FF1FE-157B-014C-C0BF-CE1F485F35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304" y="880395"/>
            <a:ext cx="4816577" cy="2388323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EB653F3D-D47E-C483-2372-7B6F2CA1F4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304" y="3400597"/>
            <a:ext cx="4816576" cy="2205993"/>
          </a:xfrm>
          <a:prstGeom prst="rect">
            <a:avLst/>
          </a:prstGeom>
        </p:spPr>
      </p:pic>
      <p:pic>
        <p:nvPicPr>
          <p:cNvPr id="26" name="图片 25" descr="图表, 折线图, 直方图&#10;&#10;AI 生成的内容可能不正确。">
            <a:extLst>
              <a:ext uri="{FF2B5EF4-FFF2-40B4-BE49-F238E27FC236}">
                <a16:creationId xmlns:a16="http://schemas.microsoft.com/office/drawing/2014/main" id="{B5562CAB-A0CD-3B1F-5CC1-0B6CC46499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15" y="3389661"/>
            <a:ext cx="4827847" cy="221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92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8E626-688D-935C-5C15-0462E4B2D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9C23CBB-8980-7573-441C-CAA53B06AEE0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366611-F4DB-0D9E-76EB-1A2568750660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85BC72B-745C-01B3-A52C-95DBA34EDEE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171E16F7-1334-3D08-7280-5E7571D5AC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736" y="3329020"/>
            <a:ext cx="4757680" cy="2299190"/>
          </a:xfrm>
          <a:prstGeom prst="rect">
            <a:avLst/>
          </a:prstGeom>
        </p:spPr>
      </p:pic>
      <p:pic>
        <p:nvPicPr>
          <p:cNvPr id="14" name="图片 13" descr="图表&#10;&#10;AI 生成的内容可能不正确。">
            <a:extLst>
              <a:ext uri="{FF2B5EF4-FFF2-40B4-BE49-F238E27FC236}">
                <a16:creationId xmlns:a16="http://schemas.microsoft.com/office/drawing/2014/main" id="{0CFB7033-DB35-3102-45FC-506094D793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290" y="3329020"/>
            <a:ext cx="4817573" cy="2299190"/>
          </a:xfrm>
          <a:prstGeom prst="rect">
            <a:avLst/>
          </a:prstGeom>
        </p:spPr>
      </p:pic>
      <p:pic>
        <p:nvPicPr>
          <p:cNvPr id="16" name="图片 15" descr="图表, 折线图&#10;&#10;AI 生成的内容可能不正确。">
            <a:extLst>
              <a:ext uri="{FF2B5EF4-FFF2-40B4-BE49-F238E27FC236}">
                <a16:creationId xmlns:a16="http://schemas.microsoft.com/office/drawing/2014/main" id="{8B74AB11-AB5D-61DD-D031-751DBC23E0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736" y="857789"/>
            <a:ext cx="4757680" cy="2299190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B398EF8D-ED0B-65D1-7842-41EB26896E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289" y="853920"/>
            <a:ext cx="4817573" cy="229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617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27263-99A6-711C-0A42-ADBF0B329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6C1D989-E3E7-CF02-96AA-32C5806B132B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4419FF-A966-22EF-6FD7-B5CDEE6E0DC2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0A77221-7802-C611-F4A8-03F5DED99B55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C0AE0EAF-D819-87EF-81CC-DC1817AA80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408" y="917668"/>
            <a:ext cx="4768645" cy="2318691"/>
          </a:xfrm>
          <a:prstGeom prst="rect">
            <a:avLst/>
          </a:prstGeom>
        </p:spPr>
      </p:pic>
      <p:pic>
        <p:nvPicPr>
          <p:cNvPr id="16" name="图片 15" descr="图表&#10;&#10;AI 生成的内容可能不正确。">
            <a:extLst>
              <a:ext uri="{FF2B5EF4-FFF2-40B4-BE49-F238E27FC236}">
                <a16:creationId xmlns:a16="http://schemas.microsoft.com/office/drawing/2014/main" id="{077CB7A5-05ED-FE3B-36EF-9D5BF5A572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47" y="3316406"/>
            <a:ext cx="4718371" cy="2318691"/>
          </a:xfrm>
          <a:prstGeom prst="rect">
            <a:avLst/>
          </a:prstGeom>
        </p:spPr>
      </p:pic>
      <p:pic>
        <p:nvPicPr>
          <p:cNvPr id="18" name="图片 17" descr="图形用户界面&#10;&#10;AI 生成的内容可能不正确。">
            <a:extLst>
              <a:ext uri="{FF2B5EF4-FFF2-40B4-BE49-F238E27FC236}">
                <a16:creationId xmlns:a16="http://schemas.microsoft.com/office/drawing/2014/main" id="{3402C214-4698-A436-0EB4-C6975A8A57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408" y="3316406"/>
            <a:ext cx="4768644" cy="2318691"/>
          </a:xfrm>
          <a:prstGeom prst="rect">
            <a:avLst/>
          </a:prstGeom>
        </p:spPr>
      </p:pic>
      <p:pic>
        <p:nvPicPr>
          <p:cNvPr id="20" name="图片 19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103EF3BA-2BD8-9AC6-0F0F-F81F3D6D35D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47" y="911694"/>
            <a:ext cx="4718371" cy="231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73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9212" y="2246743"/>
            <a:ext cx="9192622" cy="2088951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3E925E4-5239-4639-A029-07B3CFD6A3F1}">
  <ds:schemaRefs/>
</ds:datastoreItem>
</file>

<file path=customXml/itemProps2.xml><?xml version="1.0" encoding="utf-8"?>
<ds:datastoreItem xmlns:ds="http://schemas.openxmlformats.org/officeDocument/2006/customXml" ds:itemID="{51779852-367B-483D-8C46-CF2C7DC5D261}">
  <ds:schemaRefs/>
</ds:datastoreItem>
</file>

<file path=customXml/itemProps3.xml><?xml version="1.0" encoding="utf-8"?>
<ds:datastoreItem xmlns:ds="http://schemas.openxmlformats.org/officeDocument/2006/customXml" ds:itemID="{E2663518-7548-4643-8219-608BFF0DFA0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6750</TotalTime>
  <Words>2579</Words>
  <Application>Microsoft Office PowerPoint</Application>
  <PresentationFormat>宽屏</PresentationFormat>
  <Paragraphs>332</Paragraphs>
  <Slides>64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64</vt:i4>
      </vt:variant>
    </vt:vector>
  </HeadingPairs>
  <TitlesOfParts>
    <vt:vector size="75" baseType="lpstr">
      <vt:lpstr>Anova Bold</vt:lpstr>
      <vt:lpstr>Anova Light</vt:lpstr>
      <vt:lpstr>DeepSeek-CJK-patch</vt:lpstr>
      <vt:lpstr>Inter</vt:lpstr>
      <vt:lpstr>等线</vt:lpstr>
      <vt:lpstr>等线 Light</vt:lpstr>
      <vt:lpstr>Calibri</vt:lpstr>
      <vt:lpstr>Wingdings</vt:lpstr>
      <vt:lpstr>Wingdings 2</vt:lpstr>
      <vt:lpstr>SAS - EXTERNAL</vt:lpstr>
      <vt:lpstr>SAS - EXTERNAL - NDA</vt:lpstr>
      <vt:lpstr>数智驱动的肉鸡养殖根因分析实施方案  第五周成果汇报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238</cp:revision>
  <dcterms:created xsi:type="dcterms:W3CDTF">2023-10-08T03:09:00Z</dcterms:created>
  <dcterms:modified xsi:type="dcterms:W3CDTF">2025-05-30T04:09:51Z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