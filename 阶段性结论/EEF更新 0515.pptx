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16"/>
  </p:notesMasterIdLst>
  <p:handoutMasterIdLst>
    <p:handoutMasterId r:id="rId17"/>
  </p:handoutMasterIdLst>
  <p:sldIdLst>
    <p:sldId id="16771194" r:id="rId6"/>
    <p:sldId id="2147477478" r:id="rId7"/>
    <p:sldId id="2147477476" r:id="rId8"/>
    <p:sldId id="2147477477" r:id="rId9"/>
    <p:sldId id="2147477471" r:id="rId10"/>
    <p:sldId id="2147477472" r:id="rId11"/>
    <p:sldId id="2147477473" r:id="rId12"/>
    <p:sldId id="2147477445" r:id="rId13"/>
    <p:sldId id="2147477474" r:id="rId14"/>
    <p:sldId id="2147477479" r:id="rId15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194"/>
          </p14:sldIdLst>
        </p14:section>
        <p14:section name="数据" id="{2FECDC8B-DE91-4323-AA2B-D801C56C963D}">
          <p14:sldIdLst/>
        </p14:section>
        <p14:section name="死淘" id="{132B593A-E1D9-4DD8-8D75-8389B5773F71}">
          <p14:sldIdLst/>
        </p14:section>
        <p14:section name="eef" id="{0CBA3FCE-B567-4F49-936C-7A69C0064915}">
          <p14:sldIdLst>
            <p14:sldId id="2147477478"/>
            <p14:sldId id="2147477476"/>
            <p14:sldId id="2147477477"/>
            <p14:sldId id="2147477471"/>
            <p14:sldId id="2147477472"/>
            <p14:sldId id="2147477473"/>
            <p14:sldId id="2147477445"/>
            <p14:sldId id="2147477474"/>
            <p14:sldId id="2147477479"/>
          </p14:sldIdLst>
        </p14:section>
        <p14:section name="下周计划" id="{AAB4484A-A58E-4FF9-9CE2-A3928016DD3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3438" autoAdjust="0"/>
  </p:normalViewPr>
  <p:slideViewPr>
    <p:cSldViewPr snapToGrid="0" showGuides="1">
      <p:cViewPr>
        <p:scale>
          <a:sx n="75" d="100"/>
          <a:sy n="75" d="100"/>
        </p:scale>
        <p:origin x="862" y="102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5/15/2025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5/15/2025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数智驱动的肉鸡养殖根因分析实施方案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第二周成果汇报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34955" y="4308945"/>
            <a:ext cx="8082481" cy="705015"/>
          </a:xfrm>
        </p:spPr>
        <p:txBody>
          <a:bodyPr/>
          <a:lstStyle/>
          <a:p>
            <a:r>
              <a:rPr lang="en-US" altLang="zh-CN" dirty="0"/>
              <a:t>2025.05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3D1F99E-E435-7DBE-EF0A-67C3496583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430939"/>
              </p:ext>
            </p:extLst>
          </p:nvPr>
        </p:nvGraphicFramePr>
        <p:xfrm>
          <a:off x="892175" y="2094672"/>
          <a:ext cx="4486278" cy="3197448"/>
        </p:xfrm>
        <a:graphic>
          <a:graphicData uri="http://schemas.openxmlformats.org/drawingml/2006/table">
            <a:tbl>
              <a:tblPr/>
              <a:tblGrid>
                <a:gridCol w="747713">
                  <a:extLst>
                    <a:ext uri="{9D8B030D-6E8A-4147-A177-3AD203B41FA5}">
                      <a16:colId xmlns:a16="http://schemas.microsoft.com/office/drawing/2014/main" val="3996273480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664346447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170777999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1177513116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3730236407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2660415651"/>
                    </a:ext>
                  </a:extLst>
                </a:gridCol>
              </a:tblGrid>
              <a:tr h="495846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endParaRPr lang="zh-CN" altLang="en-US" b="1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683767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1.09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1.45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1.65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1.73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1.77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530979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std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3.47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3.39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3.41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3.51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3.69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51920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min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-51.00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-327.70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-59.60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-30.40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-30.00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174422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69404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912641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08194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max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303.50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72.80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41.80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55.8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130912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661544C5-DD3D-475B-4C88-EBE0E0C2EB9F}"/>
              </a:ext>
            </a:extLst>
          </p:cNvPr>
          <p:cNvSpPr txBox="1"/>
          <p:nvPr/>
        </p:nvSpPr>
        <p:spPr>
          <a:xfrm>
            <a:off x="679450" y="5573122"/>
            <a:ext cx="108140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探头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温度和目标差异高于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度的占比较高（接近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25%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故温度差异上限以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95%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分位数盖帽处理，下限以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-3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盖帽处理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，再以盖帽后的温度差异修正温度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1-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温度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的值（即探头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1-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探头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080726B-0BB5-B39C-CA17-A21B6F721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435311"/>
              </p:ext>
            </p:extLst>
          </p:nvPr>
        </p:nvGraphicFramePr>
        <p:xfrm>
          <a:off x="6772275" y="2094672"/>
          <a:ext cx="4486278" cy="3197448"/>
        </p:xfrm>
        <a:graphic>
          <a:graphicData uri="http://schemas.openxmlformats.org/drawingml/2006/table">
            <a:tbl>
              <a:tblPr/>
              <a:tblGrid>
                <a:gridCol w="747713">
                  <a:extLst>
                    <a:ext uri="{9D8B030D-6E8A-4147-A177-3AD203B41FA5}">
                      <a16:colId xmlns:a16="http://schemas.microsoft.com/office/drawing/2014/main" val="268490361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2314696005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1887016926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759769463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187340800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3707292979"/>
                    </a:ext>
                  </a:extLst>
                </a:gridCol>
              </a:tblGrid>
              <a:tr h="6019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zh-CN" altLang="en-US" b="1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241312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1.17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1.49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1.67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1.75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1.81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132859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std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2.68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2.58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2.73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2.88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3.07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305022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min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078581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530873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124743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827534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max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7.50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8.10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8.50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8.90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873631"/>
                  </a:ext>
                </a:extLst>
              </a:tr>
            </a:tbl>
          </a:graphicData>
        </a:graphic>
      </p:graphicFrame>
      <p:sp>
        <p:nvSpPr>
          <p:cNvPr id="10" name="箭头: 右 9">
            <a:extLst>
              <a:ext uri="{FF2B5EF4-FFF2-40B4-BE49-F238E27FC236}">
                <a16:creationId xmlns:a16="http://schemas.microsoft.com/office/drawing/2014/main" id="{83CB2B56-C774-2BA1-109E-4E61AB569CF6}"/>
              </a:ext>
            </a:extLst>
          </p:cNvPr>
          <p:cNvSpPr/>
          <p:nvPr/>
        </p:nvSpPr>
        <p:spPr>
          <a:xfrm>
            <a:off x="5800725" y="3390900"/>
            <a:ext cx="571500" cy="43815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ABC64254-A217-5DD1-743D-7CD37E771F09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4C5570D1-5DF1-03AB-6D69-BF1DFB4FDD2B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832E5AD0-0264-926D-1CD4-529BF48D2671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B0FAECE-33C5-B47F-6A19-65163A9D5CC2}"/>
              </a:ext>
            </a:extLst>
          </p:cNvPr>
          <p:cNvSpPr/>
          <p:nvPr/>
        </p:nvSpPr>
        <p:spPr>
          <a:xfrm>
            <a:off x="492981" y="1606658"/>
            <a:ext cx="11239200" cy="483224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B4827B-04F9-8632-71F8-A3668FF6AFE7}"/>
              </a:ext>
            </a:extLst>
          </p:cNvPr>
          <p:cNvSpPr/>
          <p:nvPr/>
        </p:nvSpPr>
        <p:spPr>
          <a:xfrm>
            <a:off x="492980" y="1606656"/>
            <a:ext cx="2154969" cy="33420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数据处理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4B6CE10-8DAB-F7E9-0084-3D75E928F4B5}"/>
              </a:ext>
            </a:extLst>
          </p:cNvPr>
          <p:cNvSpPr txBox="1"/>
          <p:nvPr/>
        </p:nvSpPr>
        <p:spPr>
          <a:xfrm>
            <a:off x="5719762" y="3117471"/>
            <a:ext cx="73342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tx1"/>
                </a:solidFill>
              </a:rPr>
              <a:t>盖帽处理</a:t>
            </a:r>
          </a:p>
        </p:txBody>
      </p:sp>
    </p:spTree>
    <p:extLst>
      <p:ext uri="{BB962C8B-B14F-4D97-AF65-F5344CB8AC3E}">
        <p14:creationId xmlns:p14="http://schemas.microsoft.com/office/powerpoint/2010/main" val="143952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28D7A-2FF8-4367-E35C-3FFAF72F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342D3851-5F4E-42C8-3573-A4A2D412DA1D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5335BE9-2755-2208-1B70-8791A6FE534F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804C28C-0C73-8E1E-829B-0DA18AB910C9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ABC08890-A922-7127-5A06-9D61C636437F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E7C4A3-732F-211A-8420-45D4302EDF0E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9532516-8E14-AA39-EB1F-2762830EE04F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42DC9C25-E6D1-A448-1223-5CE9377524D9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460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437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3FABF56-59B9-C90C-868F-E6B878F8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53" y="3419154"/>
            <a:ext cx="5347180" cy="296109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7B95940-3413-FBCD-DFFF-D6B8CD7F4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969" y="3236991"/>
            <a:ext cx="5811748" cy="324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6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6A7FD-EFE9-984A-B2AA-F54E27836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5B601A3A-DFAA-86C0-39F8-CA5FFABC3B8C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8FBFE4F-BBA7-1751-838A-A6CB0152F77D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8906FC7-1FCD-89EC-BE8C-349800469D93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4AA1DD7-41C8-B64D-DB01-C4AA8D183845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DD79E9-1EE3-D2DF-F2E8-BD20F4CA0CB0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3AFACA-236E-DFF7-3B56-649E1D9AD194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3520D9AC-ABAD-0B06-1755-4D54068568A0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476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B188FBD-C040-F210-52CD-0D7197810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52" y="3595955"/>
            <a:ext cx="5094514" cy="264392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9187511-DDD3-CCBD-B1C9-AD11800BF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092" y="3236991"/>
            <a:ext cx="5595914" cy="318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18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35FD-FAFB-764F-0DE1-194C859E8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0DDA7278-D480-7C03-37ED-3DB19047079F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647D668-7DE6-1AF7-7489-EE9281DB1A42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6B2321F-445C-3CEB-68A7-D93DD4AC2392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6B908365-191B-BB78-25A8-D6E70A1480CD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06A08B0-765B-453A-A798-08548A067C3D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944E5E-4D0C-CAD9-DD03-12609AA2C767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C39B2F3F-A6C7-E38E-8DE0-2F9D34588A9F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473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83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37A83AF-D7CE-888E-C7F3-5E090E598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6" y="3429000"/>
            <a:ext cx="5990664" cy="298436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1B0EE19-F4F4-92D4-FD13-C63067E2B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25" y="3507497"/>
            <a:ext cx="5331599" cy="290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49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ED547-D480-11CA-4F97-86A459B7A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5F4268F3-46B9-90B8-E69A-C7B1E771CDF5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2B0AF94-5BD7-4521-FD34-A78819677A2D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3B4989-06B8-7D41-2B9B-2FD998C3E274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05485BF-1451-967A-B822-8464B7D79565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9D44198-E22F-5DBD-6A77-E3AECAACE349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8A7F18-51F5-7F40-8BCF-BD14A98FEB96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10FDCFF-1674-0CA7-78DB-9690016B5E4E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416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335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B6BDA68-C22B-D57F-0EDC-46C24288B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85" y="3478063"/>
            <a:ext cx="5635538" cy="283112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719719C-B006-EA73-72A9-C16E5CC8F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033" y="3429000"/>
            <a:ext cx="5396991" cy="303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399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A7D69-92CF-F272-46F4-36431ADFD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39B87B28-0783-F334-EB78-5881D9563664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F9F5F74-50F2-3631-E7AC-63CC35DD3421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72A9E01-16A7-AAC6-1C20-A9E51F4FE345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76D63FD-6AED-B3D2-3C4D-7265C7B6A279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37E87D-316E-0374-D825-FC7247810AC1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D9E3C4-F5D8-30B1-3F12-2CD17EFA2AF1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998F6D76-1783-0CDA-55A4-7DC7E8070B9C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400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294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AB9E7F5-D7D0-4E97-012B-4FA9123E8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75" y="3236989"/>
            <a:ext cx="5652261" cy="321642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1808E28-6283-3A3B-F46C-B4484BBDF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033" y="3312832"/>
            <a:ext cx="5438823" cy="306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373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D3F58-FBA0-5890-E017-0F64302C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241ECC46-522F-F7FD-BAC3-0D9D652D5EB7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853EC75-9F03-0F26-BE76-066836FDB224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6514734-1069-88B2-2F78-BCB1D5306C5C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45CDCD8-EA6E-F0F4-45DF-34DD3ACC17D4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A1AA45-A00E-CFD4-9F95-C8996EC931AE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C9904C1-9323-10EC-3DF3-15D8847329D5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5E21B7A9-B634-99B9-ECCF-0215DE721182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369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B2A475B-03F1-D1FD-36F4-1315A5508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81" y="3429000"/>
            <a:ext cx="5696565" cy="283027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8588B01-2900-1E30-73C7-742D745DC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117" y="3324341"/>
            <a:ext cx="4986968" cy="283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08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B8CBE-0CF3-D692-0C65-31C16B4DE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3FB370D2-14C2-6B5A-685F-303272F44DF2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450C629-97D7-7125-0984-92106B0B7087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877E6FF-EFE0-E155-E59E-C74EAC8F7352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900873E-72B7-A8BC-D17F-52EF09411E78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5C474B-719D-640A-6226-5C3E08FB14AF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ACBC7A-B75E-4EA2-84AA-D3355CEC8D59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E55E506-D2DD-7657-3BA2-7447DB73C143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375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248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ED3AADA-625E-1760-5C17-CEC0ED501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52" y="3496698"/>
            <a:ext cx="5983925" cy="299512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8B7814C-48B2-B6DF-0554-741B21F66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704" y="3321204"/>
            <a:ext cx="5338846" cy="299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22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F4B12-2D15-DB7F-4F78-6DF91B5BB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C25CE94E-0E01-353B-4C80-B9DB1E10784B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8B5C04B6-1C63-79B1-C7CD-7AE0B70FEFCB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ACA73D5-C0D4-5427-A581-1DB25FECDD79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9B3414B-F516-7FCA-5A1B-080199B0E204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7E0A95-F0F9-6017-0059-117942FB50DD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EF05EF1-D1F6-C4CD-A55B-9AF91BF7DF82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79AB9A3E-F2DC-3CAF-F9DE-B060A59A5751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404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227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0391206-900F-3A13-3B9F-C362B097C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45" y="3488076"/>
            <a:ext cx="5556196" cy="285966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84C36FB-541C-57AA-B599-1C69659ED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334" y="3377630"/>
            <a:ext cx="5259918" cy="306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3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663518-7548-4643-8219-608BFF0DFA0C}">
  <ds:schemaRefs/>
</ds:datastoreItem>
</file>

<file path=customXml/itemProps2.xml><?xml version="1.0" encoding="utf-8"?>
<ds:datastoreItem xmlns:ds="http://schemas.openxmlformats.org/officeDocument/2006/customXml" ds:itemID="{51779852-367B-483D-8C46-CF2C7DC5D261}">
  <ds:schemaRefs/>
</ds:datastoreItem>
</file>

<file path=customXml/itemProps3.xml><?xml version="1.0" encoding="utf-8"?>
<ds:datastoreItem xmlns:ds="http://schemas.openxmlformats.org/officeDocument/2006/customXml" ds:itemID="{E3E925E4-5239-4639-A029-07B3CFD6A3F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4241</TotalTime>
  <Words>1119</Words>
  <Application>Microsoft Office PowerPoint</Application>
  <PresentationFormat>宽屏</PresentationFormat>
  <Paragraphs>141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Anova Bold</vt:lpstr>
      <vt:lpstr>Anova Light</vt:lpstr>
      <vt:lpstr>等线</vt:lpstr>
      <vt:lpstr>Arial</vt:lpstr>
      <vt:lpstr>SAS - EXTERNAL</vt:lpstr>
      <vt:lpstr>SAS - EXTERNAL - NDA</vt:lpstr>
      <vt:lpstr>数智驱动的肉鸡养殖根因分析实施方案  第二周成果汇报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188</cp:revision>
  <dcterms:created xsi:type="dcterms:W3CDTF">2023-10-08T03:09:00Z</dcterms:created>
  <dcterms:modified xsi:type="dcterms:W3CDTF">2025-05-15T08:54:49Z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