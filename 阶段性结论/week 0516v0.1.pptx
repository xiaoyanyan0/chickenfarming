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ags/tag2.xml" ContentType="application/vnd.openxmlformats-officedocument.presentationml.tags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tags/tag3.xml" ContentType="application/vnd.openxmlformats-officedocument.presentationml.tags+xml"/>
  <Override PartName="/ppt/theme/theme3.xml" ContentType="application/vnd.openxmlformats-officedocument.theme+xml"/>
  <Override PartName="/ppt/theme/theme4.xml" ContentType="application/vnd.openxmlformats-officedocument.theme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4"/>
    <p:sldMasterId id="2147483660" r:id="rId5"/>
  </p:sldMasterIdLst>
  <p:notesMasterIdLst>
    <p:notesMasterId r:id="rId20"/>
  </p:notesMasterIdLst>
  <p:handoutMasterIdLst>
    <p:handoutMasterId r:id="rId21"/>
  </p:handoutMasterIdLst>
  <p:sldIdLst>
    <p:sldId id="16771194" r:id="rId6"/>
    <p:sldId id="16771204" r:id="rId7"/>
    <p:sldId id="2147477425" r:id="rId8"/>
    <p:sldId id="2147477458" r:id="rId9"/>
    <p:sldId id="2147477468" r:id="rId10"/>
    <p:sldId id="2147477445" r:id="rId11"/>
    <p:sldId id="2147477471" r:id="rId12"/>
    <p:sldId id="2147477472" r:id="rId13"/>
    <p:sldId id="2147477473" r:id="rId14"/>
    <p:sldId id="2147477474" r:id="rId15"/>
    <p:sldId id="2147477475" r:id="rId16"/>
    <p:sldId id="2147477476" r:id="rId17"/>
    <p:sldId id="2147477477" r:id="rId18"/>
    <p:sldId id="2147477430" r:id="rId19"/>
  </p:sldIdLst>
  <p:sldSz cx="12192000" cy="6858000"/>
  <p:notesSz cx="6858000" cy="9144000"/>
  <p:custDataLst>
    <p:tags r:id="rId22"/>
  </p:custDataLst>
  <p:defaultTextStyle>
    <a:defPPr>
      <a:defRPr lang="en-US"/>
    </a:defPPr>
    <a:lvl1pPr marL="0" algn="l" defTabSz="609600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1pPr>
    <a:lvl2pPr marL="609600" algn="l" defTabSz="609600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2pPr>
    <a:lvl3pPr marL="1219200" algn="l" defTabSz="609600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3pPr>
    <a:lvl4pPr marL="1828800" algn="l" defTabSz="609600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4pPr>
    <a:lvl5pPr marL="2438400" algn="l" defTabSz="609600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5pPr>
    <a:lvl6pPr marL="3048000" algn="l" defTabSz="609600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6pPr>
    <a:lvl7pPr marL="3656965" algn="l" defTabSz="609600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7pPr>
    <a:lvl8pPr marL="4266565" algn="l" defTabSz="609600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8pPr>
    <a:lvl9pPr marL="4876165" algn="l" defTabSz="609600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E9C3829F-2C56-4915-AA34-5F93EE359221}">
          <p14:sldIdLst>
            <p14:sldId id="16771194"/>
            <p14:sldId id="16771204"/>
            <p14:sldId id="2147477425"/>
          </p14:sldIdLst>
        </p14:section>
        <p14:section name="数据" id="{2FECDC8B-DE91-4323-AA2B-D801C56C963D}">
          <p14:sldIdLst>
            <p14:sldId id="2147477458"/>
          </p14:sldIdLst>
        </p14:section>
        <p14:section name="死淘" id="{132B593A-E1D9-4DD8-8D75-8389B5773F71}">
          <p14:sldIdLst>
            <p14:sldId id="2147477468"/>
          </p14:sldIdLst>
        </p14:section>
        <p14:section name="eef" id="{0CBA3FCE-B567-4F49-936C-7A69C0064915}">
          <p14:sldIdLst>
            <p14:sldId id="2147477445"/>
            <p14:sldId id="2147477471"/>
            <p14:sldId id="2147477472"/>
            <p14:sldId id="2147477473"/>
            <p14:sldId id="2147477474"/>
            <p14:sldId id="2147477475"/>
            <p14:sldId id="2147477476"/>
            <p14:sldId id="2147477477"/>
          </p14:sldIdLst>
        </p14:section>
        <p14:section name="下周计划" id="{AAB4484A-A58E-4FF9-9CE2-A3928016DD34}">
          <p14:sldIdLst>
            <p14:sldId id="2147477430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103" userDrawn="1">
          <p15:clr>
            <a:srgbClr val="A4A3A4"/>
          </p15:clr>
        </p15:guide>
        <p15:guide id="2" pos="2545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2F2F2"/>
    <a:srgbClr val="FFFFFF"/>
    <a:srgbClr val="F1F2F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7DF18680-E054-41AD-8BC1-D1AEF772440D}" styleName="中度样式 2 - 强调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3092" autoAdjust="0"/>
    <p:restoredTop sz="93438" autoAdjust="0"/>
  </p:normalViewPr>
  <p:slideViewPr>
    <p:cSldViewPr snapToGrid="0" showGuides="1">
      <p:cViewPr varScale="1">
        <p:scale>
          <a:sx n="81" d="100"/>
          <a:sy n="81" d="100"/>
        </p:scale>
        <p:origin x="605" y="68"/>
      </p:cViewPr>
      <p:guideLst>
        <p:guide orient="horz" pos="2103"/>
        <p:guide pos="2545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25" d="100"/>
        <a:sy n="25" d="100"/>
      </p:scale>
      <p:origin x="0" y="0"/>
    </p:cViewPr>
  </p:sorterViewPr>
  <p:notesViewPr>
    <p:cSldViewPr snapToGrid="0">
      <p:cViewPr varScale="1">
        <p:scale>
          <a:sx n="63" d="100"/>
          <a:sy n="63" d="100"/>
        </p:scale>
        <p:origin x="3134" y="82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3.xml"/><Relationship Id="rId13" Type="http://schemas.openxmlformats.org/officeDocument/2006/relationships/slide" Target="slides/slide8.xml"/><Relationship Id="rId18" Type="http://schemas.openxmlformats.org/officeDocument/2006/relationships/slide" Target="slides/slide13.xml"/><Relationship Id="rId26" Type="http://schemas.openxmlformats.org/officeDocument/2006/relationships/tableStyles" Target="tableStyles.xml"/><Relationship Id="rId3" Type="http://schemas.openxmlformats.org/officeDocument/2006/relationships/customXml" Target="../customXml/item3.xml"/><Relationship Id="rId21" Type="http://schemas.openxmlformats.org/officeDocument/2006/relationships/handoutMaster" Target="handoutMasters/handoutMaster1.xml"/><Relationship Id="rId7" Type="http://schemas.openxmlformats.org/officeDocument/2006/relationships/slide" Target="slides/slide2.xml"/><Relationship Id="rId12" Type="http://schemas.openxmlformats.org/officeDocument/2006/relationships/slide" Target="slides/slide7.xml"/><Relationship Id="rId17" Type="http://schemas.openxmlformats.org/officeDocument/2006/relationships/slide" Target="slides/slide12.xml"/><Relationship Id="rId25" Type="http://schemas.openxmlformats.org/officeDocument/2006/relationships/theme" Target="theme/theme1.xml"/><Relationship Id="rId2" Type="http://schemas.openxmlformats.org/officeDocument/2006/relationships/customXml" Target="../customXml/item2.xml"/><Relationship Id="rId16" Type="http://schemas.openxmlformats.org/officeDocument/2006/relationships/slide" Target="slides/slide11.xml"/><Relationship Id="rId20" Type="http://schemas.openxmlformats.org/officeDocument/2006/relationships/notesMaster" Target="notesMasters/notesMaster1.xml"/><Relationship Id="rId1" Type="http://schemas.openxmlformats.org/officeDocument/2006/relationships/customXml" Target="../customXml/item1.xml"/><Relationship Id="rId6" Type="http://schemas.openxmlformats.org/officeDocument/2006/relationships/slide" Target="slides/slide1.xml"/><Relationship Id="rId11" Type="http://schemas.openxmlformats.org/officeDocument/2006/relationships/slide" Target="slides/slide6.xml"/><Relationship Id="rId24" Type="http://schemas.openxmlformats.org/officeDocument/2006/relationships/viewProps" Target="viewProps.xml"/><Relationship Id="rId5" Type="http://schemas.openxmlformats.org/officeDocument/2006/relationships/slideMaster" Target="slideMasters/slideMaster2.xml"/><Relationship Id="rId15" Type="http://schemas.openxmlformats.org/officeDocument/2006/relationships/slide" Target="slides/slide10.xml"/><Relationship Id="rId23" Type="http://schemas.openxmlformats.org/officeDocument/2006/relationships/presProps" Target="presProps.xml"/><Relationship Id="rId10" Type="http://schemas.openxmlformats.org/officeDocument/2006/relationships/slide" Target="slides/slide5.xml"/><Relationship Id="rId19" Type="http://schemas.openxmlformats.org/officeDocument/2006/relationships/slide" Target="slides/slide14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4" Type="http://schemas.openxmlformats.org/officeDocument/2006/relationships/slide" Target="slides/slide9.xml"/><Relationship Id="rId22" Type="http://schemas.openxmlformats.org/officeDocument/2006/relationships/tags" Target="tags/tag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5CE34E3-7E5C-436A-9E6D-2FFC8FFCFCBF}" type="datetimeFigureOut">
              <a:rPr lang="en-US" smtClean="0">
                <a:latin typeface="Anova Light" panose="020B0403020203020204" pitchFamily="34" charset="0"/>
              </a:rPr>
              <a:t>5/12/2025</a:t>
            </a:fld>
            <a:endParaRPr lang="en-US" dirty="0">
              <a:latin typeface="Anova Light" panose="020B0403020203020204" pitchFamily="34" charset="0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0" y="0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 algn="l"/>
            <a:fld id="{C4EF46A2-9381-4C51-8277-3C7F2938E9F9}" type="slidenum">
              <a:rPr lang="en-US" smtClean="0">
                <a:latin typeface="Anova Light" panose="020B0403020203020204" pitchFamily="34" charset="0"/>
              </a:rPr>
              <a:t>‹#›</a:t>
            </a:fld>
            <a:endParaRPr lang="en-US" dirty="0">
              <a:latin typeface="Anova Light" panose="020B0403020203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 b="0" i="0">
                <a:solidFill>
                  <a:schemeClr val="tx1"/>
                </a:solidFill>
                <a:latin typeface="Anova Light" panose="020B0403020203020204" pitchFamily="34" charset="0"/>
              </a:defRPr>
            </a:lvl1pPr>
          </a:lstStyle>
          <a:p>
            <a:fld id="{D46682E9-A1D3-F04F-A14F-ABAA4D2618F2}" type="datetimeFigureOut">
              <a:rPr lang="en-US" smtClean="0"/>
              <a:t>5/12/2025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9" name="TextBox 4"/>
          <p:cNvSpPr txBox="1"/>
          <p:nvPr/>
        </p:nvSpPr>
        <p:spPr>
          <a:xfrm>
            <a:off x="685800" y="8879554"/>
            <a:ext cx="2514600" cy="169277"/>
          </a:xfrm>
          <a:prstGeom prst="rect">
            <a:avLst/>
          </a:prstGeom>
          <a:noFill/>
        </p:spPr>
        <p:txBody>
          <a:bodyPr wrap="square" lIns="0" anchor="b" anchorCtr="0">
            <a:spAutoFit/>
          </a:bodyPr>
          <a:lstStyle/>
          <a:p>
            <a:pPr marL="0" marR="0" lvl="0" indent="0" algn="l" defTabSz="274320" rtl="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sz="500" b="0" i="0" u="none" strike="noStrike" kern="300" cap="none" spc="50" normalizeH="0" baseline="0" noProof="0" dirty="0">
                <a:ln>
                  <a:noFill/>
                </a:ln>
                <a:solidFill>
                  <a:schemeClr val="accent5">
                    <a:lumMod val="60000"/>
                    <a:lumOff val="40000"/>
                  </a:schemeClr>
                </a:solidFill>
                <a:effectLst/>
                <a:uLnTx/>
                <a:uFillTx/>
                <a:latin typeface="Anova Light" panose="020B0403020203020204" pitchFamily="34" charset="0"/>
                <a:ea typeface="Anova Bold" panose="020B0703020203020204" pitchFamily="34" charset="0"/>
                <a:cs typeface="Anova Light" panose="020B0403020203020204" pitchFamily="34" charset="0"/>
              </a:rPr>
              <a:t>Copyright © SAS Institute Inc. All rights reserved.</a:t>
            </a:r>
          </a:p>
        </p:txBody>
      </p:sp>
      <p:sp>
        <p:nvSpPr>
          <p:cNvPr id="10" name="Slide Number Placeholder 4"/>
          <p:cNvSpPr>
            <a:spLocks noGrp="1"/>
          </p:cNvSpPr>
          <p:nvPr>
            <p:ph type="sldNum" sz="quarter" idx="5"/>
          </p:nvPr>
        </p:nvSpPr>
        <p:spPr>
          <a:xfrm>
            <a:off x="0" y="0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 b="0" i="0">
                <a:solidFill>
                  <a:schemeClr val="tx1"/>
                </a:solidFill>
                <a:latin typeface="Anova Light" panose="020B0403020203020204" pitchFamily="34" charset="0"/>
              </a:defRPr>
            </a:lvl1pPr>
          </a:lstStyle>
          <a:p>
            <a:pPr algn="l"/>
            <a:fld id="{C4EF46A2-9381-4C51-8277-3C7F2938E9F9}" type="slidenum">
              <a:rPr lang="en-US" smtClean="0"/>
              <a:t>‹#›</a:t>
            </a:fld>
            <a:endParaRPr lang="en-US" dirty="0"/>
          </a:p>
        </p:txBody>
      </p:sp>
      <p:pic>
        <p:nvPicPr>
          <p:cNvPr id="2" name="Picture 6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>
            <a:fillRect/>
          </a:stretch>
        </p:blipFill>
        <p:spPr>
          <a:xfrm>
            <a:off x="5992336" y="8788172"/>
            <a:ext cx="627951" cy="260659"/>
          </a:xfrm>
          <a:prstGeom prst="rect">
            <a:avLst/>
          </a:prstGeom>
        </p:spPr>
      </p:pic>
      <p:sp>
        <p:nvSpPr>
          <p:cNvPr id="6" name="TextBox 2"/>
          <p:cNvSpPr txBox="1"/>
          <p:nvPr/>
        </p:nvSpPr>
        <p:spPr>
          <a:xfrm>
            <a:off x="2493335" y="8732520"/>
            <a:ext cx="1871330" cy="21544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 defTabSz="182880"/>
            <a:r>
              <a:rPr lang="en-US" sz="800" dirty="0">
                <a:solidFill>
                  <a:schemeClr val="tx1"/>
                </a:solidFill>
                <a:latin typeface="Anova Light" panose="020B0403020203020204" pitchFamily="34" charset="0"/>
              </a:rPr>
              <a:t>sas.com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228600" indent="-228600" algn="l" defTabSz="1219200" rtl="0" eaLnBrk="1" latinLnBrk="0" hangingPunct="1">
      <a:buClr>
        <a:schemeClr val="accent5"/>
      </a:buClr>
      <a:buFont typeface="Anova Light" panose="020B0403020203020204" pitchFamily="34" charset="0"/>
      <a:buChar char="•"/>
      <a:defRPr sz="1600" b="0" i="0" kern="1200">
        <a:solidFill>
          <a:schemeClr val="tx1"/>
        </a:solidFill>
        <a:latin typeface="+mn-lt"/>
        <a:ea typeface="+mn-ea"/>
        <a:cs typeface="+mn-cs"/>
      </a:defRPr>
    </a:lvl1pPr>
    <a:lvl2pPr marL="838200" indent="-228600" algn="l" defTabSz="1219200" rtl="0" eaLnBrk="1" latinLnBrk="0" hangingPunct="1">
      <a:buClr>
        <a:schemeClr val="accent5"/>
      </a:buClr>
      <a:buFont typeface="Anova Light" panose="020B0403020203020204" pitchFamily="34" charset="0"/>
      <a:buChar char="–"/>
      <a:defRPr sz="1335" b="0" i="0" kern="1200">
        <a:solidFill>
          <a:schemeClr val="tx1"/>
        </a:solidFill>
        <a:latin typeface="+mn-lt"/>
        <a:ea typeface="+mn-ea"/>
        <a:cs typeface="+mn-cs"/>
      </a:defRPr>
    </a:lvl2pPr>
    <a:lvl3pPr marL="1447800" indent="-228600" algn="l" defTabSz="1219200" rtl="0" eaLnBrk="1" latinLnBrk="0" hangingPunct="1">
      <a:buClr>
        <a:schemeClr val="accent5"/>
      </a:buClr>
      <a:buFont typeface="Anova Light" panose="020B0403020203020204" pitchFamily="34" charset="0"/>
      <a:buChar char="•"/>
      <a:defRPr sz="1200" b="0" i="0" kern="1200">
        <a:solidFill>
          <a:schemeClr val="tx1"/>
        </a:solidFill>
        <a:latin typeface="+mn-lt"/>
        <a:ea typeface="+mn-ea"/>
        <a:cs typeface="+mn-cs"/>
      </a:defRPr>
    </a:lvl3pPr>
    <a:lvl4pPr marL="2057400" indent="-228600" algn="l" defTabSz="1219200" rtl="0" eaLnBrk="1" latinLnBrk="0" hangingPunct="1">
      <a:buClr>
        <a:schemeClr val="accent5"/>
      </a:buClr>
      <a:buFont typeface="Anova Light" panose="020B0403020203020204" pitchFamily="34" charset="0"/>
      <a:buChar char="–"/>
      <a:defRPr sz="1065" b="0" i="0" kern="1200">
        <a:solidFill>
          <a:schemeClr val="tx1"/>
        </a:solidFill>
        <a:latin typeface="+mn-lt"/>
        <a:ea typeface="+mn-ea"/>
        <a:cs typeface="+mn-cs"/>
      </a:defRPr>
    </a:lvl4pPr>
    <a:lvl5pPr marL="2667000" indent="-228600" algn="l" defTabSz="1219200" rtl="0" eaLnBrk="1" latinLnBrk="0" hangingPunct="1">
      <a:buClr>
        <a:schemeClr val="accent5"/>
      </a:buClr>
      <a:buFont typeface="Anova Light" panose="020B0403020203020204" pitchFamily="34" charset="0"/>
      <a:buChar char="•"/>
      <a:defRPr sz="935" b="0" i="0" kern="1200">
        <a:solidFill>
          <a:schemeClr val="tx1"/>
        </a:solidFill>
        <a:latin typeface="+mn-lt"/>
        <a:ea typeface="+mn-ea"/>
        <a:cs typeface="+mn-cs"/>
      </a:defRPr>
    </a:lvl5pPr>
    <a:lvl6pPr marL="3048000" algn="l" defTabSz="1219200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6pPr>
    <a:lvl7pPr marL="3656965" algn="l" defTabSz="1219200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7pPr>
    <a:lvl8pPr marL="4266565" algn="l" defTabSz="1219200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8pPr>
    <a:lvl9pPr marL="4876165" algn="l" defTabSz="1219200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emf"/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emf"/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AS - Title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Placeholder 1"/>
          <p:cNvSpPr>
            <a:spLocks noGrp="1"/>
          </p:cNvSpPr>
          <p:nvPr>
            <p:ph type="title" hasCustomPrompt="1"/>
          </p:nvPr>
        </p:nvSpPr>
        <p:spPr>
          <a:xfrm>
            <a:off x="834954" y="1890117"/>
            <a:ext cx="10518846" cy="923330"/>
          </a:xfrm>
          <a:prstGeom prst="rect">
            <a:avLst/>
          </a:prstGeom>
        </p:spPr>
        <p:txBody>
          <a:bodyPr vert="horz" wrap="square" lIns="0" tIns="0" rIns="0" bIns="182880" rtlCol="0" anchor="b" anchorCtr="0">
            <a:spAutoFit/>
          </a:bodyPr>
          <a:lstStyle>
            <a:lvl1pPr>
              <a:lnSpc>
                <a:spcPct val="100000"/>
              </a:lnSpc>
              <a:spcBef>
                <a:spcPts val="400"/>
              </a:spcBef>
              <a:defRPr sz="48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Add Slideshow Title</a:t>
            </a:r>
          </a:p>
        </p:txBody>
      </p:sp>
      <p:sp>
        <p:nvSpPr>
          <p:cNvPr id="14" name="Text Placeholder 13"/>
          <p:cNvSpPr>
            <a:spLocks noGrp="1"/>
          </p:cNvSpPr>
          <p:nvPr>
            <p:ph type="body" sz="quarter" idx="10" hasCustomPrompt="1"/>
          </p:nvPr>
        </p:nvSpPr>
        <p:spPr>
          <a:xfrm>
            <a:off x="834954" y="2813447"/>
            <a:ext cx="10518846" cy="615553"/>
          </a:xfrm>
        </p:spPr>
        <p:txBody>
          <a:bodyPr wrap="square">
            <a:noAutofit/>
          </a:bodyPr>
          <a:lstStyle>
            <a:lvl1pPr marL="0" indent="0">
              <a:lnSpc>
                <a:spcPct val="100000"/>
              </a:lnSpc>
              <a:spcBef>
                <a:spcPts val="400"/>
              </a:spcBef>
              <a:buNone/>
              <a:defRPr sz="3200">
                <a:solidFill>
                  <a:schemeClr val="accent3"/>
                </a:solidFill>
              </a:defRPr>
            </a:lvl1pPr>
            <a:lvl2pPr marL="243840" indent="0">
              <a:buNone/>
              <a:defRPr>
                <a:solidFill>
                  <a:schemeClr val="accent3"/>
                </a:solidFill>
              </a:defRPr>
            </a:lvl2pPr>
            <a:lvl3pPr marL="487680" indent="0">
              <a:buNone/>
              <a:defRPr>
                <a:solidFill>
                  <a:schemeClr val="accent3"/>
                </a:solidFill>
              </a:defRPr>
            </a:lvl3pPr>
            <a:lvl4pPr marL="1371600" indent="0">
              <a:buNone/>
              <a:defRPr>
                <a:solidFill>
                  <a:schemeClr val="accent3"/>
                </a:solidFill>
              </a:defRPr>
            </a:lvl4pPr>
            <a:lvl5pPr marL="1828800" indent="0">
              <a:buNone/>
              <a:defRPr>
                <a:solidFill>
                  <a:schemeClr val="accent3"/>
                </a:solidFill>
              </a:defRPr>
            </a:lvl5pPr>
          </a:lstStyle>
          <a:p>
            <a:pPr lvl="0"/>
            <a:r>
              <a:rPr lang="en-US" dirty="0"/>
              <a:t>Click to Add Slideshow Subtitle</a:t>
            </a:r>
          </a:p>
        </p:txBody>
      </p:sp>
      <p:sp>
        <p:nvSpPr>
          <p:cNvPr id="16" name="Text Placeholder 15"/>
          <p:cNvSpPr>
            <a:spLocks noGrp="1"/>
          </p:cNvSpPr>
          <p:nvPr>
            <p:ph type="body" sz="quarter" idx="11" hasCustomPrompt="1"/>
          </p:nvPr>
        </p:nvSpPr>
        <p:spPr>
          <a:xfrm>
            <a:off x="834955" y="5517985"/>
            <a:ext cx="8082481" cy="705015"/>
          </a:xfrm>
        </p:spPr>
        <p:txBody>
          <a:bodyPr wrap="square" anchor="ctr" anchorCtr="0">
            <a:noAutofit/>
          </a:bodyPr>
          <a:lstStyle>
            <a:lvl1pPr marL="0" indent="0">
              <a:lnSpc>
                <a:spcPct val="100000"/>
              </a:lnSpc>
              <a:spcBef>
                <a:spcPts val="400"/>
              </a:spcBef>
              <a:buNone/>
              <a:defRPr sz="1865">
                <a:solidFill>
                  <a:schemeClr val="accent3"/>
                </a:solidFill>
              </a:defRPr>
            </a:lvl1pPr>
            <a:lvl2pPr marL="243840" indent="0">
              <a:buNone/>
              <a:defRPr sz="1465">
                <a:solidFill>
                  <a:schemeClr val="accent3"/>
                </a:solidFill>
              </a:defRPr>
            </a:lvl2pPr>
            <a:lvl3pPr marL="487680" indent="0">
              <a:buNone/>
              <a:defRPr sz="1400">
                <a:solidFill>
                  <a:schemeClr val="accent3"/>
                </a:solidFill>
              </a:defRPr>
            </a:lvl3pPr>
            <a:lvl4pPr marL="1371600" indent="0">
              <a:buNone/>
              <a:defRPr sz="1335">
                <a:solidFill>
                  <a:schemeClr val="accent3"/>
                </a:solidFill>
              </a:defRPr>
            </a:lvl4pPr>
            <a:lvl5pPr marL="1828800" indent="0">
              <a:buNone/>
              <a:defRPr sz="1335">
                <a:solidFill>
                  <a:schemeClr val="accent3"/>
                </a:solidFill>
              </a:defRPr>
            </a:lvl5pPr>
          </a:lstStyle>
          <a:p>
            <a:pPr lvl="0"/>
            <a:r>
              <a:rPr lang="en-US" dirty="0"/>
              <a:t>Click to Add Presenter Info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AS - Section">
    <p:bg>
      <p:bgPr>
        <a:solidFill>
          <a:schemeClr val="accent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Placeholder 1"/>
          <p:cNvSpPr>
            <a:spLocks noGrp="1"/>
          </p:cNvSpPr>
          <p:nvPr>
            <p:ph type="title" hasCustomPrompt="1"/>
          </p:nvPr>
        </p:nvSpPr>
        <p:spPr>
          <a:xfrm>
            <a:off x="834955" y="2505670"/>
            <a:ext cx="8082481" cy="923330"/>
          </a:xfrm>
          <a:prstGeom prst="rect">
            <a:avLst/>
          </a:prstGeom>
        </p:spPr>
        <p:txBody>
          <a:bodyPr vert="horz" wrap="square" lIns="0" tIns="0" rIns="0" bIns="182880" rtlCol="0" anchor="b" anchorCtr="0">
            <a:spAutoFit/>
          </a:bodyPr>
          <a:lstStyle>
            <a:lvl1pPr>
              <a:lnSpc>
                <a:spcPct val="100000"/>
              </a:lnSpc>
              <a:spcBef>
                <a:spcPts val="400"/>
              </a:spcBef>
              <a:defRPr sz="48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Add Section Title</a:t>
            </a:r>
          </a:p>
        </p:txBody>
      </p:sp>
      <p:sp>
        <p:nvSpPr>
          <p:cNvPr id="14" name="Text Placeholder 13"/>
          <p:cNvSpPr>
            <a:spLocks noGrp="1"/>
          </p:cNvSpPr>
          <p:nvPr>
            <p:ph type="body" sz="quarter" idx="10" hasCustomPrompt="1"/>
          </p:nvPr>
        </p:nvSpPr>
        <p:spPr>
          <a:xfrm>
            <a:off x="834955" y="3561836"/>
            <a:ext cx="8082481" cy="615553"/>
          </a:xfrm>
        </p:spPr>
        <p:txBody>
          <a:bodyPr wrap="square" anchor="t" anchorCtr="0">
            <a:noAutofit/>
          </a:bodyPr>
          <a:lstStyle>
            <a:lvl1pPr marL="0" indent="0">
              <a:lnSpc>
                <a:spcPct val="100000"/>
              </a:lnSpc>
              <a:spcBef>
                <a:spcPts val="400"/>
              </a:spcBef>
              <a:buNone/>
              <a:defRPr sz="3200">
                <a:solidFill>
                  <a:schemeClr val="bg1"/>
                </a:solidFill>
              </a:defRPr>
            </a:lvl1pPr>
            <a:lvl2pPr marL="243840" indent="0">
              <a:buNone/>
              <a:defRPr>
                <a:solidFill>
                  <a:schemeClr val="accent3"/>
                </a:solidFill>
              </a:defRPr>
            </a:lvl2pPr>
            <a:lvl3pPr marL="487680" indent="0">
              <a:buNone/>
              <a:defRPr>
                <a:solidFill>
                  <a:schemeClr val="accent3"/>
                </a:solidFill>
              </a:defRPr>
            </a:lvl3pPr>
            <a:lvl4pPr marL="1371600" indent="0">
              <a:buNone/>
              <a:defRPr>
                <a:solidFill>
                  <a:schemeClr val="accent3"/>
                </a:solidFill>
              </a:defRPr>
            </a:lvl4pPr>
            <a:lvl5pPr marL="1828800" indent="0">
              <a:buNone/>
              <a:defRPr>
                <a:solidFill>
                  <a:schemeClr val="accent3"/>
                </a:solidFill>
              </a:defRPr>
            </a:lvl5pPr>
          </a:lstStyle>
          <a:p>
            <a:pPr lvl="0"/>
            <a:r>
              <a:rPr lang="en-US" dirty="0"/>
              <a:t>Click to Add Section Subtitle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AS - Title Only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Placeholder 1"/>
          <p:cNvSpPr>
            <a:spLocks noGrp="1"/>
          </p:cNvSpPr>
          <p:nvPr>
            <p:ph type="title" hasCustomPrompt="1"/>
          </p:nvPr>
        </p:nvSpPr>
        <p:spPr>
          <a:xfrm>
            <a:off x="838200" y="473536"/>
            <a:ext cx="10515600" cy="517064"/>
          </a:xfrm>
          <a:prstGeom prst="rect">
            <a:avLst/>
          </a:prstGeom>
        </p:spPr>
        <p:txBody>
          <a:bodyPr vert="horz" lIns="0" tIns="0" rIns="0" bIns="0" rtlCol="0" anchor="ctr">
            <a:spAutoFit/>
          </a:bodyPr>
          <a:lstStyle/>
          <a:p>
            <a:r>
              <a:rPr lang="en-US" dirty="0"/>
              <a:t>Click to Add Slide Title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SAS - Title &amp; Subtitl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>
            <a:normAutofit/>
          </a:bodyPr>
          <a:lstStyle>
            <a:lvl1pPr algn="l">
              <a:defRPr>
                <a:solidFill>
                  <a:schemeClr val="accent5"/>
                </a:solidFill>
              </a:defRPr>
            </a:lvl1pPr>
          </a:lstStyle>
          <a:p>
            <a:r>
              <a:rPr lang="en-US" dirty="0"/>
              <a:t>Click to Add Slide Title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0" hasCustomPrompt="1"/>
          </p:nvPr>
        </p:nvSpPr>
        <p:spPr>
          <a:xfrm>
            <a:off x="838200" y="1041400"/>
            <a:ext cx="10515600" cy="366255"/>
          </a:xfrm>
          <a:prstGeom prst="rect">
            <a:avLst/>
          </a:prstGeom>
        </p:spPr>
        <p:txBody>
          <a:bodyPr anchor="t">
            <a:normAutofit/>
          </a:bodyPr>
          <a:lstStyle>
            <a:lvl1pPr marL="0" indent="0" algn="l">
              <a:buNone/>
              <a:defRPr>
                <a:solidFill>
                  <a:schemeClr val="bg2"/>
                </a:solidFill>
              </a:defRPr>
            </a:lvl1pPr>
            <a:lvl2pPr marL="243840" indent="0">
              <a:buNone/>
              <a:defRPr/>
            </a:lvl2pPr>
            <a:lvl3pPr marL="48768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dirty="0"/>
              <a:t>Click to Add Subtitle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AS -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>
            <a:normAutofit/>
          </a:bodyPr>
          <a:lstStyle>
            <a:lvl1pPr>
              <a:defRPr>
                <a:solidFill>
                  <a:schemeClr val="accent5"/>
                </a:solidFill>
              </a:defRPr>
            </a:lvl1pPr>
          </a:lstStyle>
          <a:p>
            <a:r>
              <a:rPr lang="en-US" dirty="0"/>
              <a:t>Click to Add Slide Title</a:t>
            </a:r>
          </a:p>
        </p:txBody>
      </p:sp>
      <p:sp>
        <p:nvSpPr>
          <p:cNvPr id="4" name="Text Placeholder 2"/>
          <p:cNvSpPr>
            <a:spLocks noGrp="1"/>
          </p:cNvSpPr>
          <p:nvPr>
            <p:ph idx="1"/>
          </p:nvPr>
        </p:nvSpPr>
        <p:spPr>
          <a:xfrm>
            <a:off x="838200" y="1600200"/>
            <a:ext cx="10515600" cy="4576764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>
            <a:lvl1pPr>
              <a:defRPr sz="2400"/>
            </a:lvl1pPr>
            <a:lvl2pPr>
              <a:defRPr sz="1865"/>
            </a:lvl2pPr>
            <a:lvl3pPr>
              <a:defRPr sz="1600">
                <a:latin typeface="+mn-lt"/>
              </a:defRPr>
            </a:lvl3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</p:txBody>
      </p:sp>
      <p:sp>
        <p:nvSpPr>
          <p:cNvPr id="8" name="Text Placeholder 4"/>
          <p:cNvSpPr>
            <a:spLocks noGrp="1"/>
          </p:cNvSpPr>
          <p:nvPr>
            <p:ph type="body" sz="quarter" idx="10" hasCustomPrompt="1"/>
          </p:nvPr>
        </p:nvSpPr>
        <p:spPr>
          <a:xfrm>
            <a:off x="838200" y="1041400"/>
            <a:ext cx="10515600" cy="366255"/>
          </a:xfrm>
          <a:prstGeom prst="rect">
            <a:avLst/>
          </a:prstGeom>
        </p:spPr>
        <p:txBody>
          <a:bodyPr anchor="t">
            <a:normAutofit/>
          </a:bodyPr>
          <a:lstStyle>
            <a:lvl1pPr marL="0" indent="0" algn="l">
              <a:buNone/>
              <a:defRPr>
                <a:solidFill>
                  <a:schemeClr val="bg2"/>
                </a:solidFill>
              </a:defRPr>
            </a:lvl1pPr>
            <a:lvl2pPr marL="243840" indent="0">
              <a:buNone/>
              <a:defRPr/>
            </a:lvl2pPr>
            <a:lvl3pPr marL="48768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dirty="0"/>
              <a:t>Click to Add Subtitle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AS - 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>
            <a:normAutofit/>
          </a:bodyPr>
          <a:lstStyle>
            <a:lvl1pPr>
              <a:defRPr>
                <a:solidFill>
                  <a:schemeClr val="accent5"/>
                </a:solidFill>
              </a:defRPr>
            </a:lvl1pPr>
          </a:lstStyle>
          <a:p>
            <a:r>
              <a:rPr lang="en-US" dirty="0"/>
              <a:t>Click to Add Slide Title</a:t>
            </a:r>
          </a:p>
        </p:txBody>
      </p:sp>
      <p:sp>
        <p:nvSpPr>
          <p:cNvPr id="5" name="Text Placeholder 2"/>
          <p:cNvSpPr>
            <a:spLocks noGrp="1"/>
          </p:cNvSpPr>
          <p:nvPr>
            <p:ph idx="1"/>
          </p:nvPr>
        </p:nvSpPr>
        <p:spPr>
          <a:xfrm>
            <a:off x="838199" y="1600201"/>
            <a:ext cx="5161231" cy="4576763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>
            <a:lvl1pPr>
              <a:defRPr sz="2400"/>
            </a:lvl1pPr>
            <a:lvl2pPr>
              <a:defRPr sz="1865">
                <a:latin typeface="+mn-lt"/>
              </a:defRPr>
            </a:lvl2pPr>
            <a:lvl3pPr>
              <a:defRPr sz="1600">
                <a:latin typeface="+mn-lt"/>
              </a:defRPr>
            </a:lvl3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</p:txBody>
      </p:sp>
      <p:sp>
        <p:nvSpPr>
          <p:cNvPr id="7" name="Text Placeholder 2"/>
          <p:cNvSpPr>
            <a:spLocks noGrp="1"/>
          </p:cNvSpPr>
          <p:nvPr>
            <p:ph idx="11"/>
          </p:nvPr>
        </p:nvSpPr>
        <p:spPr>
          <a:xfrm>
            <a:off x="6192571" y="1600201"/>
            <a:ext cx="5161232" cy="4576763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>
            <a:lvl1pPr>
              <a:defRPr sz="2400"/>
            </a:lvl1pPr>
            <a:lvl2pPr>
              <a:defRPr sz="1865">
                <a:latin typeface="+mn-lt"/>
              </a:defRPr>
            </a:lvl2pPr>
            <a:lvl3pPr>
              <a:defRPr sz="1600">
                <a:latin typeface="+mn-lt"/>
              </a:defRPr>
            </a:lvl3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10" hasCustomPrompt="1"/>
          </p:nvPr>
        </p:nvSpPr>
        <p:spPr>
          <a:xfrm>
            <a:off x="838200" y="1041400"/>
            <a:ext cx="10515600" cy="366255"/>
          </a:xfrm>
          <a:prstGeom prst="rect">
            <a:avLst/>
          </a:prstGeom>
        </p:spPr>
        <p:txBody>
          <a:bodyPr anchor="t">
            <a:normAutofit/>
          </a:bodyPr>
          <a:lstStyle>
            <a:lvl1pPr marL="0" indent="0" algn="l">
              <a:buNone/>
              <a:defRPr>
                <a:solidFill>
                  <a:schemeClr val="bg2"/>
                </a:solidFill>
              </a:defRPr>
            </a:lvl1pPr>
            <a:lvl2pPr marL="243840" indent="0">
              <a:buNone/>
              <a:defRPr/>
            </a:lvl2pPr>
            <a:lvl3pPr marL="48768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dirty="0"/>
              <a:t>Click to Add Subtitle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AS - Title Only Righ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 hasCustomPrompt="1"/>
          </p:nvPr>
        </p:nvSpPr>
        <p:spPr>
          <a:xfrm>
            <a:off x="838200" y="2911937"/>
            <a:ext cx="2952184" cy="1034129"/>
          </a:xfrm>
          <a:prstGeom prst="rect">
            <a:avLst/>
          </a:prstGeom>
        </p:spPr>
        <p:txBody>
          <a:bodyPr vert="horz" wrap="square" lIns="0" tIns="0" rIns="0" bIns="0" rtlCol="0" anchor="ctr">
            <a:spAutoFit/>
          </a:bodyPr>
          <a:lstStyle/>
          <a:p>
            <a:r>
              <a:rPr lang="en-US" dirty="0"/>
              <a:t>Click to Add Slide Title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AS - Title &amp; Subtitle Righ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4"/>
          <p:cNvSpPr>
            <a:spLocks noGrp="1"/>
          </p:cNvSpPr>
          <p:nvPr>
            <p:ph type="body" sz="quarter" idx="10" hasCustomPrompt="1"/>
          </p:nvPr>
        </p:nvSpPr>
        <p:spPr>
          <a:xfrm>
            <a:off x="838200" y="3947330"/>
            <a:ext cx="3336233" cy="366255"/>
          </a:xfrm>
          <a:prstGeom prst="rect">
            <a:avLst/>
          </a:prstGeom>
        </p:spPr>
        <p:txBody>
          <a:bodyPr wrap="square" anchor="t">
            <a:noAutofit/>
          </a:bodyPr>
          <a:lstStyle>
            <a:lvl1pPr marL="0" indent="0" algn="l">
              <a:buNone/>
              <a:defRPr>
                <a:solidFill>
                  <a:schemeClr val="bg2"/>
                </a:solidFill>
              </a:defRPr>
            </a:lvl1pPr>
            <a:lvl2pPr marL="243840" indent="0">
              <a:buNone/>
              <a:defRPr/>
            </a:lvl2pPr>
            <a:lvl3pPr marL="48768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dirty="0"/>
              <a:t>Click to Add Subtitle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hasCustomPrompt="1"/>
          </p:nvPr>
        </p:nvSpPr>
        <p:spPr>
          <a:xfrm>
            <a:off x="834955" y="2768821"/>
            <a:ext cx="3334512" cy="1034386"/>
          </a:xfrm>
        </p:spPr>
        <p:txBody>
          <a:bodyPr vert="horz" wrap="square" lIns="0" tIns="0" rIns="0" bIns="0" rtlCol="0" anchor="b" anchorCtr="0">
            <a:spAutoFit/>
          </a:bodyPr>
          <a:lstStyle>
            <a:lvl1pPr>
              <a:defRPr lang="en-US"/>
            </a:lvl1pPr>
          </a:lstStyle>
          <a:p>
            <a:pPr marL="0" lvl="0">
              <a:lnSpc>
                <a:spcPct val="90000"/>
              </a:lnSpc>
              <a:spcBef>
                <a:spcPct val="0"/>
              </a:spcBef>
              <a:buNone/>
            </a:pPr>
            <a:r>
              <a:rPr lang="en-US" dirty="0"/>
              <a:t>Click to Add Slide Title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AS - Closing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Placeholder 1"/>
          <p:cNvSpPr>
            <a:spLocks noGrp="1"/>
          </p:cNvSpPr>
          <p:nvPr>
            <p:ph type="title" hasCustomPrompt="1"/>
          </p:nvPr>
        </p:nvSpPr>
        <p:spPr>
          <a:xfrm>
            <a:off x="834955" y="2967336"/>
            <a:ext cx="8708755" cy="923330"/>
          </a:xfrm>
          <a:prstGeom prst="rect">
            <a:avLst/>
          </a:prstGeom>
        </p:spPr>
        <p:txBody>
          <a:bodyPr vert="horz" wrap="square" lIns="0" tIns="0" rIns="0" bIns="182880" rtlCol="0" anchor="ctr" anchorCtr="0">
            <a:spAutoFit/>
          </a:bodyPr>
          <a:lstStyle>
            <a:lvl1pPr>
              <a:lnSpc>
                <a:spcPct val="100000"/>
              </a:lnSpc>
              <a:spcBef>
                <a:spcPts val="400"/>
              </a:spcBef>
              <a:defRPr sz="48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Add Slideshow Closing</a:t>
            </a:r>
          </a:p>
        </p:txBody>
      </p:sp>
      <p:sp>
        <p:nvSpPr>
          <p:cNvPr id="2" name="Text Placeholder 15"/>
          <p:cNvSpPr>
            <a:spLocks noGrp="1"/>
          </p:cNvSpPr>
          <p:nvPr>
            <p:ph type="body" sz="quarter" idx="11" hasCustomPrompt="1"/>
          </p:nvPr>
        </p:nvSpPr>
        <p:spPr>
          <a:xfrm>
            <a:off x="834955" y="5517985"/>
            <a:ext cx="8082481" cy="705015"/>
          </a:xfrm>
        </p:spPr>
        <p:txBody>
          <a:bodyPr wrap="square" anchor="ctr" anchorCtr="0">
            <a:noAutofit/>
          </a:bodyPr>
          <a:lstStyle>
            <a:lvl1pPr marL="0" indent="0">
              <a:lnSpc>
                <a:spcPct val="100000"/>
              </a:lnSpc>
              <a:spcBef>
                <a:spcPts val="400"/>
              </a:spcBef>
              <a:buNone/>
              <a:defRPr sz="1865">
                <a:solidFill>
                  <a:schemeClr val="accent3"/>
                </a:solidFill>
              </a:defRPr>
            </a:lvl1pPr>
            <a:lvl2pPr marL="243840" indent="0">
              <a:buNone/>
              <a:defRPr sz="1465">
                <a:solidFill>
                  <a:schemeClr val="accent3"/>
                </a:solidFill>
              </a:defRPr>
            </a:lvl2pPr>
            <a:lvl3pPr marL="487680" indent="0">
              <a:buNone/>
              <a:defRPr sz="1400">
                <a:solidFill>
                  <a:schemeClr val="accent3"/>
                </a:solidFill>
              </a:defRPr>
            </a:lvl3pPr>
            <a:lvl4pPr marL="1371600" indent="0">
              <a:buNone/>
              <a:defRPr sz="1335">
                <a:solidFill>
                  <a:schemeClr val="accent3"/>
                </a:solidFill>
              </a:defRPr>
            </a:lvl4pPr>
            <a:lvl5pPr marL="1828800" indent="0">
              <a:buNone/>
              <a:defRPr sz="1335">
                <a:solidFill>
                  <a:schemeClr val="accent3"/>
                </a:solidFill>
              </a:defRPr>
            </a:lvl5pPr>
          </a:lstStyle>
          <a:p>
            <a:pPr lvl="0"/>
            <a:r>
              <a:rPr lang="en-US" dirty="0"/>
              <a:t>Click to add a website or email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SAS - Blank - Whi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SAS - Video Only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4"/>
          <p:cNvSpPr txBox="1"/>
          <p:nvPr userDrawn="1"/>
        </p:nvSpPr>
        <p:spPr>
          <a:xfrm>
            <a:off x="834955" y="6539393"/>
            <a:ext cx="3352800" cy="194990"/>
          </a:xfrm>
          <a:prstGeom prst="rect">
            <a:avLst/>
          </a:prstGeom>
          <a:noFill/>
        </p:spPr>
        <p:txBody>
          <a:bodyPr wrap="square" lIns="0" anchor="b" anchorCtr="0">
            <a:spAutoFit/>
          </a:bodyPr>
          <a:lstStyle/>
          <a:p>
            <a:pPr marL="0" marR="0" lvl="0" indent="0" algn="l" defTabSz="365760" rtl="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sz="665" b="0" i="0" u="none" strike="noStrike" kern="300" cap="none" spc="67" normalizeH="0" baseline="0" noProof="0" dirty="0">
                <a:ln>
                  <a:noFill/>
                </a:ln>
                <a:solidFill>
                  <a:schemeClr val="accent5"/>
                </a:solidFill>
                <a:effectLst/>
                <a:uLnTx/>
                <a:uFillTx/>
                <a:latin typeface="Anova Light" panose="020B0403020203020204" pitchFamily="34" charset="0"/>
                <a:ea typeface="Anova Bold" panose="020B0703020203020204" pitchFamily="34" charset="0"/>
                <a:cs typeface="Anova Light" panose="020B0403020203020204" pitchFamily="34" charset="0"/>
              </a:rPr>
              <a:t>Copyright © SAS Institute Inc. All rights reserved.</a:t>
            </a:r>
          </a:p>
        </p:txBody>
      </p:sp>
      <p:pic>
        <p:nvPicPr>
          <p:cNvPr id="2" name="Picture 6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>
            <a:fillRect/>
          </a:stretch>
        </p:blipFill>
        <p:spPr>
          <a:xfrm>
            <a:off x="11217439" y="6344362"/>
            <a:ext cx="741875" cy="307948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AS - Title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9642533" y="5517984"/>
            <a:ext cx="1711268" cy="705016"/>
          </a:xfrm>
          <a:prstGeom prst="rect">
            <a:avLst/>
          </a:prstGeom>
        </p:spPr>
      </p:pic>
      <p:sp>
        <p:nvSpPr>
          <p:cNvPr id="7" name="Title Placeholder 1"/>
          <p:cNvSpPr>
            <a:spLocks noGrp="1"/>
          </p:cNvSpPr>
          <p:nvPr>
            <p:ph type="title" hasCustomPrompt="1"/>
          </p:nvPr>
        </p:nvSpPr>
        <p:spPr>
          <a:xfrm>
            <a:off x="834955" y="1890117"/>
            <a:ext cx="10521696" cy="923330"/>
          </a:xfrm>
          <a:prstGeom prst="rect">
            <a:avLst/>
          </a:prstGeom>
        </p:spPr>
        <p:txBody>
          <a:bodyPr vert="horz" wrap="square" lIns="0" tIns="0" rIns="0" bIns="182880" rtlCol="0" anchor="b" anchorCtr="0">
            <a:spAutoFit/>
          </a:bodyPr>
          <a:lstStyle>
            <a:lvl1pPr>
              <a:lnSpc>
                <a:spcPct val="100000"/>
              </a:lnSpc>
              <a:spcBef>
                <a:spcPts val="400"/>
              </a:spcBef>
              <a:defRPr sz="48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Add Slideshow Title</a:t>
            </a:r>
          </a:p>
        </p:txBody>
      </p:sp>
      <p:sp>
        <p:nvSpPr>
          <p:cNvPr id="14" name="Text Placeholder 13"/>
          <p:cNvSpPr>
            <a:spLocks noGrp="1"/>
          </p:cNvSpPr>
          <p:nvPr>
            <p:ph type="body" sz="quarter" idx="10" hasCustomPrompt="1"/>
          </p:nvPr>
        </p:nvSpPr>
        <p:spPr>
          <a:xfrm>
            <a:off x="834955" y="2813447"/>
            <a:ext cx="10521696" cy="615553"/>
          </a:xfrm>
        </p:spPr>
        <p:txBody>
          <a:bodyPr wrap="square">
            <a:noAutofit/>
          </a:bodyPr>
          <a:lstStyle>
            <a:lvl1pPr marL="0" indent="0">
              <a:lnSpc>
                <a:spcPct val="100000"/>
              </a:lnSpc>
              <a:spcBef>
                <a:spcPts val="400"/>
              </a:spcBef>
              <a:buNone/>
              <a:defRPr sz="3200">
                <a:solidFill>
                  <a:schemeClr val="accent3"/>
                </a:solidFill>
              </a:defRPr>
            </a:lvl1pPr>
            <a:lvl2pPr marL="243840" indent="0">
              <a:buNone/>
              <a:defRPr>
                <a:solidFill>
                  <a:schemeClr val="accent3"/>
                </a:solidFill>
              </a:defRPr>
            </a:lvl2pPr>
            <a:lvl3pPr marL="487680" indent="0">
              <a:buNone/>
              <a:defRPr>
                <a:solidFill>
                  <a:schemeClr val="accent3"/>
                </a:solidFill>
              </a:defRPr>
            </a:lvl3pPr>
            <a:lvl4pPr marL="1371600" indent="0">
              <a:buNone/>
              <a:defRPr>
                <a:solidFill>
                  <a:schemeClr val="accent3"/>
                </a:solidFill>
              </a:defRPr>
            </a:lvl4pPr>
            <a:lvl5pPr marL="1828800" indent="0">
              <a:buNone/>
              <a:defRPr>
                <a:solidFill>
                  <a:schemeClr val="accent3"/>
                </a:solidFill>
              </a:defRPr>
            </a:lvl5pPr>
          </a:lstStyle>
          <a:p>
            <a:pPr lvl="0"/>
            <a:r>
              <a:rPr lang="en-US" dirty="0"/>
              <a:t>Click to Add Slideshow Subtitle</a:t>
            </a:r>
          </a:p>
        </p:txBody>
      </p:sp>
      <p:sp>
        <p:nvSpPr>
          <p:cNvPr id="16" name="Text Placeholder 15"/>
          <p:cNvSpPr>
            <a:spLocks noGrp="1"/>
          </p:cNvSpPr>
          <p:nvPr>
            <p:ph type="body" sz="quarter" idx="11" hasCustomPrompt="1"/>
          </p:nvPr>
        </p:nvSpPr>
        <p:spPr>
          <a:xfrm>
            <a:off x="834955" y="5517985"/>
            <a:ext cx="8082481" cy="705015"/>
          </a:xfrm>
        </p:spPr>
        <p:txBody>
          <a:bodyPr wrap="square" anchor="ctr" anchorCtr="0">
            <a:noAutofit/>
          </a:bodyPr>
          <a:lstStyle>
            <a:lvl1pPr marL="0" indent="0">
              <a:lnSpc>
                <a:spcPct val="100000"/>
              </a:lnSpc>
              <a:spcBef>
                <a:spcPts val="400"/>
              </a:spcBef>
              <a:buNone/>
              <a:defRPr sz="1865">
                <a:solidFill>
                  <a:schemeClr val="accent3"/>
                </a:solidFill>
              </a:defRPr>
            </a:lvl1pPr>
            <a:lvl2pPr marL="243840" indent="0">
              <a:buNone/>
              <a:defRPr sz="1465">
                <a:solidFill>
                  <a:schemeClr val="accent3"/>
                </a:solidFill>
              </a:defRPr>
            </a:lvl2pPr>
            <a:lvl3pPr marL="487680" indent="0">
              <a:buNone/>
              <a:defRPr sz="1400">
                <a:solidFill>
                  <a:schemeClr val="accent3"/>
                </a:solidFill>
              </a:defRPr>
            </a:lvl3pPr>
            <a:lvl4pPr marL="1371600" indent="0">
              <a:buNone/>
              <a:defRPr sz="1335">
                <a:solidFill>
                  <a:schemeClr val="accent3"/>
                </a:solidFill>
              </a:defRPr>
            </a:lvl4pPr>
            <a:lvl5pPr marL="1828800" indent="0">
              <a:buNone/>
              <a:defRPr sz="1335">
                <a:solidFill>
                  <a:schemeClr val="accent3"/>
                </a:solidFill>
              </a:defRPr>
            </a:lvl5pPr>
          </a:lstStyle>
          <a:p>
            <a:pPr lvl="0"/>
            <a:r>
              <a:rPr lang="en-US" dirty="0"/>
              <a:t>Click to Add Presenter Info</a:t>
            </a:r>
          </a:p>
        </p:txBody>
      </p:sp>
      <p:sp>
        <p:nvSpPr>
          <p:cNvPr id="2" name="TextBox 4"/>
          <p:cNvSpPr txBox="1"/>
          <p:nvPr userDrawn="1"/>
        </p:nvSpPr>
        <p:spPr>
          <a:xfrm>
            <a:off x="834955" y="6539393"/>
            <a:ext cx="3352800" cy="194990"/>
          </a:xfrm>
          <a:prstGeom prst="rect">
            <a:avLst/>
          </a:prstGeom>
          <a:noFill/>
        </p:spPr>
        <p:txBody>
          <a:bodyPr wrap="square" lIns="0" anchor="b" anchorCtr="0">
            <a:spAutoFit/>
          </a:bodyPr>
          <a:lstStyle/>
          <a:p>
            <a:pPr marL="0" marR="0" lvl="0" indent="0" algn="l" defTabSz="365760" rtl="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sz="665" b="0" i="0" u="none" strike="noStrike" kern="300" cap="none" spc="67" normalizeH="0" baseline="0" noProof="0" dirty="0">
                <a:ln>
                  <a:noFill/>
                </a:ln>
                <a:solidFill>
                  <a:schemeClr val="accent3"/>
                </a:solidFill>
                <a:effectLst/>
                <a:uLnTx/>
                <a:uFillTx/>
                <a:latin typeface="Anova Light" panose="020B0403020203020204" pitchFamily="34" charset="0"/>
                <a:ea typeface="Anova Bold" panose="020B0703020203020204" pitchFamily="34" charset="0"/>
                <a:cs typeface="Anova Light" panose="020B0403020203020204" pitchFamily="34" charset="0"/>
              </a:rPr>
              <a:t>Copyright © SAS Institute Inc. All rights reserved.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AS - Section">
    <p:bg>
      <p:bgPr>
        <a:solidFill>
          <a:schemeClr val="accent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Placeholder 1"/>
          <p:cNvSpPr>
            <a:spLocks noGrp="1"/>
          </p:cNvSpPr>
          <p:nvPr>
            <p:ph type="title" hasCustomPrompt="1"/>
          </p:nvPr>
        </p:nvSpPr>
        <p:spPr>
          <a:xfrm>
            <a:off x="834955" y="2505670"/>
            <a:ext cx="8082481" cy="923330"/>
          </a:xfrm>
          <a:prstGeom prst="rect">
            <a:avLst/>
          </a:prstGeom>
        </p:spPr>
        <p:txBody>
          <a:bodyPr vert="horz" wrap="square" lIns="0" tIns="0" rIns="0" bIns="182880" rtlCol="0" anchor="b" anchorCtr="0">
            <a:spAutoFit/>
          </a:bodyPr>
          <a:lstStyle>
            <a:lvl1pPr>
              <a:lnSpc>
                <a:spcPct val="100000"/>
              </a:lnSpc>
              <a:spcBef>
                <a:spcPts val="400"/>
              </a:spcBef>
              <a:defRPr sz="48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Add Section Title</a:t>
            </a:r>
          </a:p>
        </p:txBody>
      </p:sp>
      <p:sp>
        <p:nvSpPr>
          <p:cNvPr id="14" name="Text Placeholder 13"/>
          <p:cNvSpPr>
            <a:spLocks noGrp="1"/>
          </p:cNvSpPr>
          <p:nvPr>
            <p:ph type="body" sz="quarter" idx="10" hasCustomPrompt="1"/>
          </p:nvPr>
        </p:nvSpPr>
        <p:spPr>
          <a:xfrm>
            <a:off x="834955" y="3561836"/>
            <a:ext cx="8082481" cy="615553"/>
          </a:xfrm>
        </p:spPr>
        <p:txBody>
          <a:bodyPr wrap="square" anchor="t" anchorCtr="0">
            <a:noAutofit/>
          </a:bodyPr>
          <a:lstStyle>
            <a:lvl1pPr marL="0" indent="0">
              <a:lnSpc>
                <a:spcPct val="100000"/>
              </a:lnSpc>
              <a:spcBef>
                <a:spcPts val="400"/>
              </a:spcBef>
              <a:buNone/>
              <a:defRPr sz="3200">
                <a:solidFill>
                  <a:schemeClr val="bg1"/>
                </a:solidFill>
              </a:defRPr>
            </a:lvl1pPr>
            <a:lvl2pPr marL="243840" indent="0">
              <a:buNone/>
              <a:defRPr>
                <a:solidFill>
                  <a:schemeClr val="accent3"/>
                </a:solidFill>
              </a:defRPr>
            </a:lvl2pPr>
            <a:lvl3pPr marL="487680" indent="0">
              <a:buNone/>
              <a:defRPr>
                <a:solidFill>
                  <a:schemeClr val="accent3"/>
                </a:solidFill>
              </a:defRPr>
            </a:lvl3pPr>
            <a:lvl4pPr marL="1371600" indent="0">
              <a:buNone/>
              <a:defRPr>
                <a:solidFill>
                  <a:schemeClr val="accent3"/>
                </a:solidFill>
              </a:defRPr>
            </a:lvl4pPr>
            <a:lvl5pPr marL="1828800" indent="0">
              <a:buNone/>
              <a:defRPr>
                <a:solidFill>
                  <a:schemeClr val="accent3"/>
                </a:solidFill>
              </a:defRPr>
            </a:lvl5pPr>
          </a:lstStyle>
          <a:p>
            <a:pPr lvl="0"/>
            <a:r>
              <a:rPr lang="en-US" dirty="0"/>
              <a:t>Click to Add Section Subtitle</a:t>
            </a:r>
          </a:p>
        </p:txBody>
      </p:sp>
      <p:sp>
        <p:nvSpPr>
          <p:cNvPr id="2" name="TextBox 4"/>
          <p:cNvSpPr txBox="1"/>
          <p:nvPr userDrawn="1"/>
        </p:nvSpPr>
        <p:spPr>
          <a:xfrm>
            <a:off x="834955" y="6539393"/>
            <a:ext cx="3352800" cy="194990"/>
          </a:xfrm>
          <a:prstGeom prst="rect">
            <a:avLst/>
          </a:prstGeom>
          <a:noFill/>
        </p:spPr>
        <p:txBody>
          <a:bodyPr wrap="square" lIns="0" anchor="b" anchorCtr="0">
            <a:spAutoFit/>
          </a:bodyPr>
          <a:lstStyle/>
          <a:p>
            <a:pPr marL="0" marR="0" lvl="0" indent="0" algn="l" defTabSz="365760" rtl="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sz="665" b="0" i="0" u="none" strike="noStrike" kern="300" cap="none" spc="67" normalizeH="0" baseline="0" noProof="0" dirty="0">
                <a:ln>
                  <a:noFill/>
                </a:ln>
                <a:solidFill>
                  <a:schemeClr val="accent5">
                    <a:lumMod val="20000"/>
                    <a:lumOff val="80000"/>
                  </a:schemeClr>
                </a:solidFill>
                <a:effectLst/>
                <a:uLnTx/>
                <a:uFillTx/>
                <a:latin typeface="Anova Light" panose="020B0403020203020204" pitchFamily="34" charset="0"/>
                <a:ea typeface="Anova Bold" panose="020B0703020203020204" pitchFamily="34" charset="0"/>
                <a:cs typeface="Anova Light" panose="020B0403020203020204" pitchFamily="34" charset="0"/>
              </a:rPr>
              <a:t>Copyright © SAS Institute Inc. All rights reserved.</a:t>
            </a:r>
          </a:p>
        </p:txBody>
      </p:sp>
      <p:pic>
        <p:nvPicPr>
          <p:cNvPr id="3" name="Picture 6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>
            <a:fillRect/>
          </a:stretch>
        </p:blipFill>
        <p:spPr>
          <a:xfrm>
            <a:off x="11217439" y="6344362"/>
            <a:ext cx="741875" cy="307948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AS - 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Placeholder 1"/>
          <p:cNvSpPr>
            <a:spLocks noGrp="1"/>
          </p:cNvSpPr>
          <p:nvPr>
            <p:ph type="title" hasCustomPrompt="1"/>
          </p:nvPr>
        </p:nvSpPr>
        <p:spPr>
          <a:xfrm>
            <a:off x="838200" y="473536"/>
            <a:ext cx="10515600" cy="517064"/>
          </a:xfrm>
          <a:prstGeom prst="rect">
            <a:avLst/>
          </a:prstGeom>
        </p:spPr>
        <p:txBody>
          <a:bodyPr vert="horz" lIns="0" tIns="0" rIns="0" bIns="0" rtlCol="0" anchor="ctr">
            <a:spAutoFit/>
          </a:bodyPr>
          <a:lstStyle/>
          <a:p>
            <a:r>
              <a:rPr lang="en-US" dirty="0"/>
              <a:t>Click to Add Slide Title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AS - Title &amp; Sub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>
            <a:normAutofit/>
          </a:bodyPr>
          <a:lstStyle>
            <a:lvl1pPr algn="l">
              <a:defRPr>
                <a:solidFill>
                  <a:schemeClr val="accent5"/>
                </a:solidFill>
              </a:defRPr>
            </a:lvl1pPr>
          </a:lstStyle>
          <a:p>
            <a:r>
              <a:rPr lang="en-US" dirty="0"/>
              <a:t>Click to Add Slide Title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0" hasCustomPrompt="1"/>
          </p:nvPr>
        </p:nvSpPr>
        <p:spPr>
          <a:xfrm>
            <a:off x="838200" y="1041400"/>
            <a:ext cx="10515600" cy="366255"/>
          </a:xfrm>
          <a:prstGeom prst="rect">
            <a:avLst/>
          </a:prstGeom>
        </p:spPr>
        <p:txBody>
          <a:bodyPr anchor="t">
            <a:normAutofit/>
          </a:bodyPr>
          <a:lstStyle>
            <a:lvl1pPr marL="0" indent="0" algn="l">
              <a:buNone/>
              <a:defRPr>
                <a:solidFill>
                  <a:schemeClr val="bg2"/>
                </a:solidFill>
              </a:defRPr>
            </a:lvl1pPr>
            <a:lvl2pPr marL="243840" indent="0">
              <a:buNone/>
              <a:defRPr/>
            </a:lvl2pPr>
            <a:lvl3pPr marL="48768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dirty="0"/>
              <a:t>Click to Add Subtitle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AS -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>
            <a:normAutofit/>
          </a:bodyPr>
          <a:lstStyle>
            <a:lvl1pPr>
              <a:defRPr>
                <a:solidFill>
                  <a:schemeClr val="accent5"/>
                </a:solidFill>
              </a:defRPr>
            </a:lvl1pPr>
          </a:lstStyle>
          <a:p>
            <a:r>
              <a:rPr lang="en-US" dirty="0"/>
              <a:t>Click to Add Slide Title</a:t>
            </a:r>
          </a:p>
        </p:txBody>
      </p:sp>
      <p:sp>
        <p:nvSpPr>
          <p:cNvPr id="4" name="Text Placeholder 2"/>
          <p:cNvSpPr>
            <a:spLocks noGrp="1"/>
          </p:cNvSpPr>
          <p:nvPr>
            <p:ph idx="1"/>
          </p:nvPr>
        </p:nvSpPr>
        <p:spPr>
          <a:xfrm>
            <a:off x="838200" y="1600200"/>
            <a:ext cx="10515600" cy="4296182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>
            <a:lvl1pPr>
              <a:defRPr sz="2400"/>
            </a:lvl1pPr>
            <a:lvl2pPr>
              <a:defRPr sz="1865"/>
            </a:lvl2pPr>
            <a:lvl3pPr>
              <a:defRPr sz="1600">
                <a:latin typeface="+mn-lt"/>
              </a:defRPr>
            </a:lvl3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8" name="Text Placeholder 4"/>
          <p:cNvSpPr>
            <a:spLocks noGrp="1"/>
          </p:cNvSpPr>
          <p:nvPr>
            <p:ph type="body" sz="quarter" idx="10" hasCustomPrompt="1"/>
          </p:nvPr>
        </p:nvSpPr>
        <p:spPr>
          <a:xfrm>
            <a:off x="838200" y="1041400"/>
            <a:ext cx="10515600" cy="366255"/>
          </a:xfrm>
          <a:prstGeom prst="rect">
            <a:avLst/>
          </a:prstGeom>
        </p:spPr>
        <p:txBody>
          <a:bodyPr anchor="t">
            <a:normAutofit/>
          </a:bodyPr>
          <a:lstStyle>
            <a:lvl1pPr marL="0" indent="0" algn="l">
              <a:buNone/>
              <a:defRPr>
                <a:solidFill>
                  <a:schemeClr val="accent1"/>
                </a:solidFill>
              </a:defRPr>
            </a:lvl1pPr>
            <a:lvl2pPr marL="243840" indent="0">
              <a:buNone/>
              <a:defRPr/>
            </a:lvl2pPr>
            <a:lvl3pPr marL="48768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dirty="0"/>
              <a:t>Click to Add Subtitle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AS - 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>
            <a:normAutofit/>
          </a:bodyPr>
          <a:lstStyle>
            <a:lvl1pPr>
              <a:defRPr>
                <a:solidFill>
                  <a:schemeClr val="accent5"/>
                </a:solidFill>
              </a:defRPr>
            </a:lvl1pPr>
          </a:lstStyle>
          <a:p>
            <a:r>
              <a:rPr lang="en-US" dirty="0"/>
              <a:t>Click to Add Slide Title</a:t>
            </a:r>
          </a:p>
        </p:txBody>
      </p:sp>
      <p:sp>
        <p:nvSpPr>
          <p:cNvPr id="5" name="Text Placeholder 2"/>
          <p:cNvSpPr>
            <a:spLocks noGrp="1"/>
          </p:cNvSpPr>
          <p:nvPr>
            <p:ph idx="1"/>
          </p:nvPr>
        </p:nvSpPr>
        <p:spPr>
          <a:xfrm>
            <a:off x="838199" y="1600200"/>
            <a:ext cx="5161231" cy="4296182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>
            <a:lvl1pPr>
              <a:defRPr sz="2400"/>
            </a:lvl1pPr>
            <a:lvl2pPr>
              <a:defRPr sz="1865">
                <a:latin typeface="+mn-lt"/>
              </a:defRPr>
            </a:lvl2pPr>
            <a:lvl3pPr>
              <a:defRPr sz="1600">
                <a:latin typeface="+mn-lt"/>
              </a:defRPr>
            </a:lvl3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7" name="Text Placeholder 2"/>
          <p:cNvSpPr>
            <a:spLocks noGrp="1"/>
          </p:cNvSpPr>
          <p:nvPr>
            <p:ph idx="11"/>
          </p:nvPr>
        </p:nvSpPr>
        <p:spPr>
          <a:xfrm>
            <a:off x="6192571" y="1600200"/>
            <a:ext cx="5161232" cy="4296182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>
            <a:lvl1pPr>
              <a:defRPr sz="2400"/>
            </a:lvl1pPr>
            <a:lvl2pPr>
              <a:defRPr sz="1865">
                <a:latin typeface="+mn-lt"/>
              </a:defRPr>
            </a:lvl2pPr>
            <a:lvl3pPr>
              <a:defRPr sz="1600">
                <a:latin typeface="+mn-lt"/>
              </a:defRPr>
            </a:lvl3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10" hasCustomPrompt="1"/>
          </p:nvPr>
        </p:nvSpPr>
        <p:spPr>
          <a:xfrm>
            <a:off x="838200" y="1041400"/>
            <a:ext cx="10515600" cy="366255"/>
          </a:xfrm>
          <a:prstGeom prst="rect">
            <a:avLst/>
          </a:prstGeom>
        </p:spPr>
        <p:txBody>
          <a:bodyPr anchor="t">
            <a:normAutofit/>
          </a:bodyPr>
          <a:lstStyle>
            <a:lvl1pPr marL="0" indent="0" algn="l">
              <a:buNone/>
              <a:defRPr>
                <a:solidFill>
                  <a:schemeClr val="bg2"/>
                </a:solidFill>
              </a:defRPr>
            </a:lvl1pPr>
            <a:lvl2pPr marL="243840" indent="0">
              <a:buNone/>
              <a:defRPr/>
            </a:lvl2pPr>
            <a:lvl3pPr marL="48768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dirty="0"/>
              <a:t>Click to Add Subtitle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AS - Title Only Righ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 hasCustomPrompt="1"/>
          </p:nvPr>
        </p:nvSpPr>
        <p:spPr>
          <a:xfrm>
            <a:off x="838200" y="2911937"/>
            <a:ext cx="2952184" cy="1034129"/>
          </a:xfrm>
          <a:prstGeom prst="rect">
            <a:avLst/>
          </a:prstGeom>
        </p:spPr>
        <p:txBody>
          <a:bodyPr vert="horz" wrap="square" lIns="0" tIns="0" rIns="0" bIns="0" rtlCol="0" anchor="ctr">
            <a:spAutoFit/>
          </a:bodyPr>
          <a:lstStyle/>
          <a:p>
            <a:r>
              <a:rPr lang="en-US" dirty="0"/>
              <a:t>Click to Add Slide Title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AS - Title &amp; Subtitle Righ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4"/>
          <p:cNvSpPr>
            <a:spLocks noGrp="1"/>
          </p:cNvSpPr>
          <p:nvPr>
            <p:ph type="body" sz="quarter" idx="10" hasCustomPrompt="1"/>
          </p:nvPr>
        </p:nvSpPr>
        <p:spPr>
          <a:xfrm>
            <a:off x="838200" y="3947330"/>
            <a:ext cx="3336233" cy="366255"/>
          </a:xfrm>
          <a:prstGeom prst="rect">
            <a:avLst/>
          </a:prstGeom>
        </p:spPr>
        <p:txBody>
          <a:bodyPr wrap="square" anchor="t">
            <a:noAutofit/>
          </a:bodyPr>
          <a:lstStyle>
            <a:lvl1pPr marL="0" indent="0" algn="l">
              <a:buNone/>
              <a:defRPr>
                <a:solidFill>
                  <a:schemeClr val="bg2"/>
                </a:solidFill>
              </a:defRPr>
            </a:lvl1pPr>
            <a:lvl2pPr marL="243840" indent="0">
              <a:buNone/>
              <a:defRPr/>
            </a:lvl2pPr>
            <a:lvl3pPr marL="48768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dirty="0"/>
              <a:t>Click to Add Subtitle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hasCustomPrompt="1"/>
          </p:nvPr>
        </p:nvSpPr>
        <p:spPr>
          <a:xfrm>
            <a:off x="834955" y="2768821"/>
            <a:ext cx="3334512" cy="1034386"/>
          </a:xfrm>
        </p:spPr>
        <p:txBody>
          <a:bodyPr vert="horz" wrap="square" lIns="0" tIns="0" rIns="0" bIns="0" rtlCol="0" anchor="b" anchorCtr="0">
            <a:spAutoFit/>
          </a:bodyPr>
          <a:lstStyle>
            <a:lvl1pPr>
              <a:defRPr lang="en-US"/>
            </a:lvl1pPr>
          </a:lstStyle>
          <a:p>
            <a:pPr marL="0" lvl="0">
              <a:lnSpc>
                <a:spcPct val="90000"/>
              </a:lnSpc>
              <a:spcBef>
                <a:spcPct val="0"/>
              </a:spcBef>
              <a:buNone/>
            </a:pPr>
            <a:r>
              <a:rPr lang="en-US" dirty="0"/>
              <a:t>Click to Add Slide Title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AS - Closing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Placeholder 1"/>
          <p:cNvSpPr>
            <a:spLocks noGrp="1"/>
          </p:cNvSpPr>
          <p:nvPr>
            <p:ph type="title" hasCustomPrompt="1"/>
          </p:nvPr>
        </p:nvSpPr>
        <p:spPr>
          <a:xfrm>
            <a:off x="834955" y="2967336"/>
            <a:ext cx="8708755" cy="923330"/>
          </a:xfrm>
          <a:prstGeom prst="rect">
            <a:avLst/>
          </a:prstGeom>
        </p:spPr>
        <p:txBody>
          <a:bodyPr vert="horz" wrap="square" lIns="0" tIns="0" rIns="0" bIns="182880" rtlCol="0" anchor="ctr" anchorCtr="0">
            <a:spAutoFit/>
          </a:bodyPr>
          <a:lstStyle>
            <a:lvl1pPr>
              <a:lnSpc>
                <a:spcPct val="100000"/>
              </a:lnSpc>
              <a:spcBef>
                <a:spcPts val="400"/>
              </a:spcBef>
              <a:defRPr sz="48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Add Slideshow Closing</a:t>
            </a:r>
          </a:p>
        </p:txBody>
      </p:sp>
      <p:pic>
        <p:nvPicPr>
          <p:cNvPr id="9" name="Picture 8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9642533" y="5517984"/>
            <a:ext cx="1711268" cy="705016"/>
          </a:xfrm>
          <a:prstGeom prst="rect">
            <a:avLst/>
          </a:prstGeom>
        </p:spPr>
      </p:pic>
      <p:sp>
        <p:nvSpPr>
          <p:cNvPr id="2" name="Text Placeholder 15"/>
          <p:cNvSpPr>
            <a:spLocks noGrp="1"/>
          </p:cNvSpPr>
          <p:nvPr>
            <p:ph type="body" sz="quarter" idx="11" hasCustomPrompt="1"/>
          </p:nvPr>
        </p:nvSpPr>
        <p:spPr>
          <a:xfrm>
            <a:off x="834955" y="5517985"/>
            <a:ext cx="8082481" cy="705015"/>
          </a:xfrm>
        </p:spPr>
        <p:txBody>
          <a:bodyPr wrap="square" anchor="ctr" anchorCtr="0">
            <a:noAutofit/>
          </a:bodyPr>
          <a:lstStyle>
            <a:lvl1pPr marL="0" indent="0">
              <a:lnSpc>
                <a:spcPct val="100000"/>
              </a:lnSpc>
              <a:spcBef>
                <a:spcPts val="400"/>
              </a:spcBef>
              <a:buNone/>
              <a:defRPr sz="1865">
                <a:solidFill>
                  <a:schemeClr val="accent3"/>
                </a:solidFill>
              </a:defRPr>
            </a:lvl1pPr>
            <a:lvl2pPr marL="243840" indent="0">
              <a:buNone/>
              <a:defRPr sz="1465">
                <a:solidFill>
                  <a:schemeClr val="accent3"/>
                </a:solidFill>
              </a:defRPr>
            </a:lvl2pPr>
            <a:lvl3pPr marL="487680" indent="0">
              <a:buNone/>
              <a:defRPr sz="1400">
                <a:solidFill>
                  <a:schemeClr val="accent3"/>
                </a:solidFill>
              </a:defRPr>
            </a:lvl3pPr>
            <a:lvl4pPr marL="1371600" indent="0">
              <a:buNone/>
              <a:defRPr sz="1335">
                <a:solidFill>
                  <a:schemeClr val="accent3"/>
                </a:solidFill>
              </a:defRPr>
            </a:lvl4pPr>
            <a:lvl5pPr marL="1828800" indent="0">
              <a:buNone/>
              <a:defRPr sz="1335">
                <a:solidFill>
                  <a:schemeClr val="accent3"/>
                </a:solidFill>
              </a:defRPr>
            </a:lvl5pPr>
          </a:lstStyle>
          <a:p>
            <a:pPr lvl="0"/>
            <a:r>
              <a:rPr lang="en-US" dirty="0"/>
              <a:t>Click to add a website or email</a:t>
            </a:r>
          </a:p>
        </p:txBody>
      </p:sp>
      <p:sp>
        <p:nvSpPr>
          <p:cNvPr id="3" name="TextBox 4"/>
          <p:cNvSpPr txBox="1"/>
          <p:nvPr userDrawn="1"/>
        </p:nvSpPr>
        <p:spPr>
          <a:xfrm>
            <a:off x="834955" y="6539393"/>
            <a:ext cx="3352800" cy="194990"/>
          </a:xfrm>
          <a:prstGeom prst="rect">
            <a:avLst/>
          </a:prstGeom>
          <a:noFill/>
        </p:spPr>
        <p:txBody>
          <a:bodyPr wrap="square" lIns="0" anchor="b" anchorCtr="0">
            <a:spAutoFit/>
          </a:bodyPr>
          <a:lstStyle/>
          <a:p>
            <a:pPr marL="0" marR="0" lvl="0" indent="0" algn="l" defTabSz="365760" rtl="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sz="665" b="0" i="0" u="none" strike="noStrike" kern="300" cap="none" spc="67" normalizeH="0" baseline="0" noProof="0" dirty="0">
                <a:ln>
                  <a:noFill/>
                </a:ln>
                <a:solidFill>
                  <a:schemeClr val="accent3"/>
                </a:solidFill>
                <a:effectLst/>
                <a:uLnTx/>
                <a:uFillTx/>
                <a:latin typeface="Anova Light" panose="020B0403020203020204" pitchFamily="34" charset="0"/>
                <a:ea typeface="Anova Bold" panose="020B0703020203020204" pitchFamily="34" charset="0"/>
                <a:cs typeface="Anova Light" panose="020B0403020203020204" pitchFamily="34" charset="0"/>
              </a:rPr>
              <a:t>Copyright © SAS Institute Inc. All rights reserved.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SAS - Blank - Whi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AS - Video Only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ags" Target="../tags/tag2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2.sv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png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13" Type="http://schemas.openxmlformats.org/officeDocument/2006/relationships/tags" Target="../tags/tag3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6" Type="http://schemas.openxmlformats.org/officeDocument/2006/relationships/image" Target="../media/image4.svg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5" Type="http://schemas.openxmlformats.org/officeDocument/2006/relationships/image" Target="../media/image3.png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Relationship Id="rId14" Type="http://schemas.openxmlformats.org/officeDocument/2006/relationships/image" Target="../media/image5.emf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extBox 4"/>
          <p:cNvSpPr txBox="1"/>
          <p:nvPr userDrawn="1"/>
        </p:nvSpPr>
        <p:spPr>
          <a:xfrm>
            <a:off x="834955" y="6539393"/>
            <a:ext cx="3352800" cy="194990"/>
          </a:xfrm>
          <a:prstGeom prst="rect">
            <a:avLst/>
          </a:prstGeom>
          <a:noFill/>
        </p:spPr>
        <p:txBody>
          <a:bodyPr wrap="square" lIns="0" anchor="b" anchorCtr="0">
            <a:spAutoFit/>
          </a:bodyPr>
          <a:lstStyle/>
          <a:p>
            <a:pPr marL="0" marR="0" lvl="0" indent="0" algn="l" defTabSz="365760" rtl="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sz="665" b="0" i="0" u="none" strike="noStrike" kern="300" cap="none" spc="67" normalizeH="0" baseline="0" noProof="0" dirty="0">
                <a:ln>
                  <a:noFill/>
                </a:ln>
                <a:solidFill>
                  <a:schemeClr val="accent5"/>
                </a:solidFill>
                <a:effectLst/>
                <a:uLnTx/>
                <a:uFillTx/>
                <a:latin typeface="Anova Light" panose="020B0403020203020204" pitchFamily="34" charset="0"/>
                <a:ea typeface="Anova Bold" panose="020B0703020203020204" pitchFamily="34" charset="0"/>
                <a:cs typeface="Anova Light" panose="020B0403020203020204" pitchFamily="34" charset="0"/>
              </a:rPr>
              <a:t>Copyright © SAS Institute Inc. All rights reserved.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4955" y="1600200"/>
            <a:ext cx="10515600" cy="4576764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/>
          <a:p>
            <a:pPr lvl="0"/>
            <a:r>
              <a:rPr lang="en-US" dirty="0"/>
              <a:t>Click to Edit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4955" y="473536"/>
            <a:ext cx="10515600" cy="517064"/>
          </a:xfrm>
          <a:prstGeom prst="rect">
            <a:avLst/>
          </a:prstGeom>
        </p:spPr>
        <p:txBody>
          <a:bodyPr vert="horz" lIns="0" tIns="0" rIns="0" bIns="0" rtlCol="0" anchor="ctr">
            <a:normAutofit/>
          </a:bodyPr>
          <a:lstStyle/>
          <a:p>
            <a:r>
              <a:rPr lang="en-US" dirty="0"/>
              <a:t>Click to Add Slide Title</a:t>
            </a:r>
          </a:p>
        </p:txBody>
      </p:sp>
      <p:pic>
        <p:nvPicPr>
          <p:cNvPr id="5" name="Picture 6"/>
          <p:cNvPicPr>
            <a:picLocks noChangeAspect="1"/>
          </p:cNvPicPr>
          <p:nvPr userDrawn="1"/>
        </p:nvPicPr>
        <p:blipFill>
          <a:blip r:embed="rId14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5"/>
              </a:ext>
            </a:extLst>
          </a:blip>
          <a:srcRect/>
          <a:stretch>
            <a:fillRect/>
          </a:stretch>
        </p:blipFill>
        <p:spPr>
          <a:xfrm>
            <a:off x="11217439" y="6344362"/>
            <a:ext cx="741875" cy="307948"/>
          </a:xfrm>
          <a:prstGeom prst="rect">
            <a:avLst/>
          </a:prstGeom>
        </p:spPr>
      </p:pic>
      <p:sp>
        <p:nvSpPr>
          <p:cNvPr id="4" name="文本框 3"/>
          <p:cNvSpPr txBox="1"/>
          <p:nvPr userDrawn="1"/>
        </p:nvSpPr>
        <p:spPr>
          <a:xfrm>
            <a:off x="242570" y="4400550"/>
            <a:ext cx="4064000" cy="368935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/>
            <a:endParaRPr lang="zh-CN" altLang="en-US" dirty="0">
              <a:solidFill>
                <a:schemeClr val="tx1"/>
              </a:solidFill>
            </a:endParaRPr>
          </a:p>
        </p:txBody>
      </p:sp>
    </p:spTree>
    <p:custDataLst>
      <p:tags r:id="rId13"/>
    </p:custData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735" b="1" i="0" kern="1200">
          <a:solidFill>
            <a:schemeClr val="accent5"/>
          </a:solidFill>
          <a:latin typeface="Anova Bold" panose="020B0703020203020204" pitchFamily="34" charset="0"/>
          <a:ea typeface="+mj-ea"/>
          <a:cs typeface="+mj-cs"/>
        </a:defRPr>
      </a:lvl1pPr>
    </p:titleStyle>
    <p:bodyStyle>
      <a:lvl1pPr marL="243840" indent="-243840" algn="l" defTabSz="914400" rtl="0" eaLnBrk="1" latinLnBrk="0" hangingPunct="1">
        <a:lnSpc>
          <a:spcPct val="85000"/>
        </a:lnSpc>
        <a:spcBef>
          <a:spcPts val="1065"/>
        </a:spcBef>
        <a:buClr>
          <a:schemeClr val="accent5"/>
        </a:buClr>
        <a:buFont typeface="Anova Light" panose="020B0403020203020204" pitchFamily="34" charset="0"/>
        <a:buChar char="•"/>
        <a:defRPr sz="2400" b="0" i="0" kern="1200">
          <a:solidFill>
            <a:schemeClr val="tx1"/>
          </a:solidFill>
          <a:latin typeface="+mn-lt"/>
          <a:ea typeface="+mn-ea"/>
          <a:cs typeface="+mn-cs"/>
        </a:defRPr>
      </a:lvl1pPr>
      <a:lvl2pPr marL="487680" indent="-243840" algn="l" defTabSz="914400" rtl="0" eaLnBrk="1" latinLnBrk="0" hangingPunct="1">
        <a:lnSpc>
          <a:spcPct val="85000"/>
        </a:lnSpc>
        <a:spcBef>
          <a:spcPts val="1065"/>
        </a:spcBef>
        <a:buClr>
          <a:schemeClr val="accent5"/>
        </a:buClr>
        <a:buFont typeface="Anova Light" panose="020B0403020203020204" pitchFamily="34" charset="0"/>
        <a:buChar char="–"/>
        <a:defRPr sz="1865" b="0" i="0" kern="1200">
          <a:solidFill>
            <a:schemeClr val="tx1"/>
          </a:solidFill>
          <a:latin typeface="+mn-lt"/>
          <a:ea typeface="+mn-ea"/>
          <a:cs typeface="+mn-cs"/>
        </a:defRPr>
      </a:lvl2pPr>
      <a:lvl3pPr marL="731520" indent="-243840" algn="l" defTabSz="914400" rtl="0" eaLnBrk="1" latinLnBrk="0" hangingPunct="1">
        <a:lnSpc>
          <a:spcPct val="85000"/>
        </a:lnSpc>
        <a:spcBef>
          <a:spcPts val="1065"/>
        </a:spcBef>
        <a:buClr>
          <a:schemeClr val="accent5"/>
        </a:buClr>
        <a:buFont typeface="Anova Light" panose="020B0403020203020204" pitchFamily="34" charset="0"/>
        <a:buChar char="•"/>
        <a:defRPr sz="1600" b="0" i="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nova Light" panose="020B0403020203020204" pitchFamily="34" charset="0"/>
        <a:buChar char="•"/>
        <a:defRPr sz="1800" kern="1200">
          <a:solidFill>
            <a:schemeClr val="bg2"/>
          </a:solidFill>
          <a:latin typeface="+mj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nova Light" panose="020B0403020203020204" pitchFamily="34" charset="0"/>
        <a:buChar char="•"/>
        <a:defRPr sz="1800" kern="1200">
          <a:solidFill>
            <a:schemeClr val="bg2"/>
          </a:solidFill>
          <a:latin typeface="+mj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nova Light" panose="020B0403020203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nova Light" panose="020B0403020203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nova Light" panose="020B0403020203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nova Light" panose="020B0403020203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 userDrawn="1"/>
        </p:nvSpPr>
        <p:spPr>
          <a:xfrm>
            <a:off x="10984752" y="6096000"/>
            <a:ext cx="1207248" cy="762001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/>
          </a:p>
        </p:txBody>
      </p:sp>
      <p:pic>
        <p:nvPicPr>
          <p:cNvPr id="11" name="Picture 10"/>
          <p:cNvPicPr>
            <a:picLocks noChangeAspect="1"/>
          </p:cNvPicPr>
          <p:nvPr userDrawn="1"/>
        </p:nvPicPr>
        <p:blipFill>
          <a:blip r:embed="rId14"/>
          <a:stretch>
            <a:fillRect/>
          </a:stretch>
        </p:blipFill>
        <p:spPr>
          <a:xfrm>
            <a:off x="0" y="6096000"/>
            <a:ext cx="10984752" cy="762001"/>
          </a:xfrm>
          <a:prstGeom prst="rect">
            <a:avLst/>
          </a:prstGeom>
        </p:spPr>
      </p:pic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4955" y="1600200"/>
            <a:ext cx="10515600" cy="4296182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/>
          <a:p>
            <a:pPr lvl="0"/>
            <a:r>
              <a:rPr lang="en-US" dirty="0"/>
              <a:t>Click to Edit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4955" y="473536"/>
            <a:ext cx="10515600" cy="517064"/>
          </a:xfrm>
          <a:prstGeom prst="rect">
            <a:avLst/>
          </a:prstGeom>
        </p:spPr>
        <p:txBody>
          <a:bodyPr vert="horz" lIns="0" tIns="0" rIns="0" bIns="0" rtlCol="0" anchor="ctr">
            <a:normAutofit/>
          </a:bodyPr>
          <a:lstStyle/>
          <a:p>
            <a:r>
              <a:rPr lang="en-US" dirty="0"/>
              <a:t>Click to Add Slide Title</a:t>
            </a:r>
          </a:p>
        </p:txBody>
      </p:sp>
      <p:sp>
        <p:nvSpPr>
          <p:cNvPr id="8" name="TextBox 4"/>
          <p:cNvSpPr txBox="1"/>
          <p:nvPr userDrawn="1"/>
        </p:nvSpPr>
        <p:spPr>
          <a:xfrm>
            <a:off x="834955" y="6180007"/>
            <a:ext cx="5725995" cy="420564"/>
          </a:xfrm>
          <a:prstGeom prst="rect">
            <a:avLst/>
          </a:prstGeom>
          <a:noFill/>
        </p:spPr>
        <p:txBody>
          <a:bodyPr wrap="square" lIns="0" anchor="b" anchorCtr="0">
            <a:spAutoFit/>
          </a:bodyPr>
          <a:lstStyle/>
          <a:p>
            <a:pPr marL="0" marR="0" lvl="0" indent="0" algn="l" defTabSz="365760" rtl="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sz="2135" b="1" i="0" u="none" strike="noStrike" kern="300" cap="none" spc="67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Anova Bold" panose="020B0703020203020204" pitchFamily="34" charset="0"/>
                <a:ea typeface="Anova Bold" panose="020B0703020203020204" pitchFamily="34" charset="0"/>
                <a:cs typeface="Anova Light" panose="020B0403020203020204" pitchFamily="34" charset="0"/>
              </a:rPr>
              <a:t>CONFIDENTIAL — DO NOT DISCLOSE</a:t>
            </a:r>
          </a:p>
        </p:txBody>
      </p:sp>
      <p:sp>
        <p:nvSpPr>
          <p:cNvPr id="10" name="TextBox 4"/>
          <p:cNvSpPr txBox="1"/>
          <p:nvPr userDrawn="1"/>
        </p:nvSpPr>
        <p:spPr>
          <a:xfrm>
            <a:off x="834955" y="6539393"/>
            <a:ext cx="3352800" cy="194990"/>
          </a:xfrm>
          <a:prstGeom prst="rect">
            <a:avLst/>
          </a:prstGeom>
          <a:noFill/>
        </p:spPr>
        <p:txBody>
          <a:bodyPr wrap="square" lIns="0" anchor="b" anchorCtr="0">
            <a:spAutoFit/>
          </a:bodyPr>
          <a:lstStyle/>
          <a:p>
            <a:pPr marL="0" marR="0" lvl="0" indent="0" algn="l" defTabSz="365760" rtl="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sz="665" b="0" i="0" u="none" strike="noStrike" kern="300" cap="none" spc="67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Anova Light" panose="020B0403020203020204" pitchFamily="34" charset="0"/>
                <a:ea typeface="Anova Bold" panose="020B0703020203020204" pitchFamily="34" charset="0"/>
                <a:cs typeface="Anova Light" panose="020B0403020203020204" pitchFamily="34" charset="0"/>
              </a:rPr>
              <a:t>Copyright © SAS Institute Inc. All rights reserved.</a:t>
            </a:r>
          </a:p>
        </p:txBody>
      </p:sp>
      <p:pic>
        <p:nvPicPr>
          <p:cNvPr id="4" name="Picture 6"/>
          <p:cNvPicPr>
            <a:picLocks noChangeAspect="1"/>
          </p:cNvPicPr>
          <p:nvPr userDrawn="1"/>
        </p:nvPicPr>
        <p:blipFill>
          <a:blip r:embed="rId15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6"/>
              </a:ext>
            </a:extLst>
          </a:blip>
          <a:srcRect/>
          <a:stretch>
            <a:fillRect/>
          </a:stretch>
        </p:blipFill>
        <p:spPr>
          <a:xfrm>
            <a:off x="11217439" y="6344362"/>
            <a:ext cx="741875" cy="307948"/>
          </a:xfrm>
          <a:prstGeom prst="rect">
            <a:avLst/>
          </a:prstGeom>
        </p:spPr>
      </p:pic>
    </p:spTree>
    <p:custDataLst>
      <p:tags r:id="rId13"/>
    </p:custData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735" b="1" i="0" kern="1200">
          <a:solidFill>
            <a:schemeClr val="accent5"/>
          </a:solidFill>
          <a:latin typeface="Anova Bold" panose="020B0703020203020204" pitchFamily="34" charset="0"/>
          <a:ea typeface="+mj-ea"/>
          <a:cs typeface="+mj-cs"/>
        </a:defRPr>
      </a:lvl1pPr>
    </p:titleStyle>
    <p:bodyStyle>
      <a:lvl1pPr marL="243840" indent="-243840" algn="l" defTabSz="914400" rtl="0" eaLnBrk="1" latinLnBrk="0" hangingPunct="1">
        <a:lnSpc>
          <a:spcPct val="85000"/>
        </a:lnSpc>
        <a:spcBef>
          <a:spcPts val="1065"/>
        </a:spcBef>
        <a:buClr>
          <a:schemeClr val="accent5"/>
        </a:buClr>
        <a:buFont typeface="Anova Light" panose="020B0403020203020204" pitchFamily="34" charset="0"/>
        <a:buChar char="•"/>
        <a:defRPr sz="2400" b="0" i="0" kern="1200">
          <a:solidFill>
            <a:schemeClr val="tx1"/>
          </a:solidFill>
          <a:latin typeface="+mn-lt"/>
          <a:ea typeface="+mn-ea"/>
          <a:cs typeface="+mn-cs"/>
        </a:defRPr>
      </a:lvl1pPr>
      <a:lvl2pPr marL="487680" indent="-243840" algn="l" defTabSz="914400" rtl="0" eaLnBrk="1" latinLnBrk="0" hangingPunct="1">
        <a:lnSpc>
          <a:spcPct val="85000"/>
        </a:lnSpc>
        <a:spcBef>
          <a:spcPts val="1065"/>
        </a:spcBef>
        <a:buClr>
          <a:schemeClr val="accent5"/>
        </a:buClr>
        <a:buFont typeface="Anova Light" panose="020B0403020203020204" pitchFamily="34" charset="0"/>
        <a:buChar char="–"/>
        <a:defRPr sz="1865" b="0" i="0" kern="1200">
          <a:solidFill>
            <a:schemeClr val="tx1"/>
          </a:solidFill>
          <a:latin typeface="+mn-lt"/>
          <a:ea typeface="+mn-ea"/>
          <a:cs typeface="+mn-cs"/>
        </a:defRPr>
      </a:lvl2pPr>
      <a:lvl3pPr marL="731520" indent="-243840" algn="l" defTabSz="914400" rtl="0" eaLnBrk="1" latinLnBrk="0" hangingPunct="1">
        <a:lnSpc>
          <a:spcPct val="85000"/>
        </a:lnSpc>
        <a:spcBef>
          <a:spcPts val="1065"/>
        </a:spcBef>
        <a:buClr>
          <a:schemeClr val="accent5"/>
        </a:buClr>
        <a:buFont typeface="Anova Light" panose="020B0403020203020204" pitchFamily="34" charset="0"/>
        <a:buChar char="•"/>
        <a:defRPr sz="1600" b="0" i="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nova Light" panose="020B0403020203020204" pitchFamily="34" charset="0"/>
        <a:buChar char="•"/>
        <a:defRPr sz="1800" kern="1200">
          <a:solidFill>
            <a:schemeClr val="bg2"/>
          </a:solidFill>
          <a:latin typeface="+mj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nova Light" panose="020B0403020203020204" pitchFamily="34" charset="0"/>
        <a:buChar char="•"/>
        <a:defRPr sz="1800" kern="1200">
          <a:solidFill>
            <a:schemeClr val="bg2"/>
          </a:solidFill>
          <a:latin typeface="+mj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nova Light" panose="020B0403020203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nova Light" panose="020B0403020203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nova Light" panose="020B0403020203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nova Light" panose="020B0403020203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sv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0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4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0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0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10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10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10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10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10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10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10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>
            <p:ph type="title"/>
          </p:nvPr>
        </p:nvSpPr>
        <p:spPr>
          <a:xfrm>
            <a:off x="745419" y="1213071"/>
            <a:ext cx="10518846" cy="2400657"/>
          </a:xfrm>
        </p:spPr>
        <p:txBody>
          <a:bodyPr/>
          <a:lstStyle/>
          <a:p>
            <a:r>
              <a:rPr lang="zh-CN" altLang="en-US" dirty="0">
                <a:latin typeface="等线" panose="02010600030101010101" pitchFamily="2" charset="-122"/>
                <a:ea typeface="等线" panose="02010600030101010101" pitchFamily="2" charset="-122"/>
              </a:rPr>
              <a:t>数智驱动的肉鸡养殖根因分析实施方案</a:t>
            </a:r>
            <a:br>
              <a:rPr lang="en-US" altLang="zh-CN" dirty="0">
                <a:latin typeface="等线" panose="02010600030101010101" pitchFamily="2" charset="-122"/>
                <a:ea typeface="等线" panose="02010600030101010101" pitchFamily="2" charset="-122"/>
              </a:rPr>
            </a:br>
            <a:br>
              <a:rPr lang="en-US" altLang="zh-CN" dirty="0">
                <a:latin typeface="等线" panose="02010600030101010101" pitchFamily="2" charset="-122"/>
                <a:ea typeface="等线" panose="02010600030101010101" pitchFamily="2" charset="-122"/>
              </a:rPr>
            </a:br>
            <a:r>
              <a:rPr lang="zh-CN" altLang="en-US" dirty="0">
                <a:latin typeface="等线" panose="02010600030101010101" pitchFamily="2" charset="-122"/>
                <a:ea typeface="等线" panose="02010600030101010101" pitchFamily="2" charset="-122"/>
              </a:rPr>
              <a:t>第二周成果汇报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11"/>
          </p:nvPr>
        </p:nvSpPr>
        <p:spPr>
          <a:xfrm>
            <a:off x="834955" y="4308945"/>
            <a:ext cx="8082481" cy="705015"/>
          </a:xfrm>
        </p:spPr>
        <p:txBody>
          <a:bodyPr/>
          <a:lstStyle/>
          <a:p>
            <a:r>
              <a:rPr lang="en-US" altLang="zh-CN" dirty="0"/>
              <a:t>2025.05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8" name="组合 87"/>
          <p:cNvGrpSpPr/>
          <p:nvPr/>
        </p:nvGrpSpPr>
        <p:grpSpPr>
          <a:xfrm>
            <a:off x="2689795" y="1304579"/>
            <a:ext cx="9182857" cy="5080787"/>
            <a:chOff x="2689795" y="1304579"/>
            <a:chExt cx="9182857" cy="5080787"/>
          </a:xfrm>
        </p:grpSpPr>
        <p:cxnSp>
          <p:nvCxnSpPr>
            <p:cNvPr id="50" name="直接连接符 49"/>
            <p:cNvCxnSpPr/>
            <p:nvPr/>
          </p:nvCxnSpPr>
          <p:spPr>
            <a:xfrm>
              <a:off x="2689795" y="1453366"/>
              <a:ext cx="0" cy="4932000"/>
            </a:xfrm>
            <a:prstGeom prst="line">
              <a:avLst/>
            </a:prstGeom>
            <a:noFill/>
            <a:ln w="6350" cap="flat" cmpd="sng" algn="ctr">
              <a:solidFill>
                <a:srgbClr val="FFFFFF">
                  <a:lumMod val="65000"/>
                </a:srgbClr>
              </a:solidFill>
              <a:prstDash val="lgDash"/>
              <a:miter lim="800000"/>
            </a:ln>
            <a:effectLst/>
          </p:spPr>
        </p:cxnSp>
        <p:cxnSp>
          <p:nvCxnSpPr>
            <p:cNvPr id="58" name="直接连接符 57"/>
            <p:cNvCxnSpPr/>
            <p:nvPr/>
          </p:nvCxnSpPr>
          <p:spPr>
            <a:xfrm>
              <a:off x="5215019" y="1453366"/>
              <a:ext cx="0" cy="4932000"/>
            </a:xfrm>
            <a:prstGeom prst="line">
              <a:avLst/>
            </a:prstGeom>
            <a:noFill/>
            <a:ln w="6350" cap="flat" cmpd="sng" algn="ctr">
              <a:solidFill>
                <a:srgbClr val="FFFFFF">
                  <a:lumMod val="65000"/>
                </a:srgbClr>
              </a:solidFill>
              <a:prstDash val="lgDash"/>
              <a:miter lim="800000"/>
            </a:ln>
            <a:effectLst/>
          </p:spPr>
        </p:cxnSp>
        <p:cxnSp>
          <p:nvCxnSpPr>
            <p:cNvPr id="59" name="直接连接符 58"/>
            <p:cNvCxnSpPr/>
            <p:nvPr/>
          </p:nvCxnSpPr>
          <p:spPr>
            <a:xfrm>
              <a:off x="6477631" y="1453366"/>
              <a:ext cx="0" cy="4932000"/>
            </a:xfrm>
            <a:prstGeom prst="line">
              <a:avLst/>
            </a:prstGeom>
            <a:noFill/>
            <a:ln w="6350" cap="flat" cmpd="sng" algn="ctr">
              <a:solidFill>
                <a:srgbClr val="FFFFFF">
                  <a:lumMod val="65000"/>
                </a:srgbClr>
              </a:solidFill>
              <a:prstDash val="lgDash"/>
              <a:miter lim="800000"/>
            </a:ln>
            <a:effectLst/>
          </p:spPr>
        </p:cxnSp>
        <p:cxnSp>
          <p:nvCxnSpPr>
            <p:cNvPr id="60" name="直接连接符 59"/>
            <p:cNvCxnSpPr/>
            <p:nvPr/>
          </p:nvCxnSpPr>
          <p:spPr>
            <a:xfrm>
              <a:off x="10265467" y="1453366"/>
              <a:ext cx="0" cy="4932000"/>
            </a:xfrm>
            <a:prstGeom prst="line">
              <a:avLst/>
            </a:prstGeom>
            <a:noFill/>
            <a:ln w="6350" cap="flat" cmpd="sng" algn="ctr">
              <a:solidFill>
                <a:srgbClr val="FFFFFF">
                  <a:lumMod val="65000"/>
                </a:srgbClr>
              </a:solidFill>
              <a:prstDash val="lgDash"/>
              <a:miter lim="800000"/>
            </a:ln>
            <a:effectLst/>
          </p:spPr>
        </p:cxnSp>
        <p:cxnSp>
          <p:nvCxnSpPr>
            <p:cNvPr id="68" name="直接连接符 67"/>
            <p:cNvCxnSpPr/>
            <p:nvPr/>
          </p:nvCxnSpPr>
          <p:spPr>
            <a:xfrm>
              <a:off x="9002855" y="1442480"/>
              <a:ext cx="0" cy="4932000"/>
            </a:xfrm>
            <a:prstGeom prst="line">
              <a:avLst/>
            </a:prstGeom>
            <a:noFill/>
            <a:ln w="6350" cap="flat" cmpd="sng" algn="ctr">
              <a:solidFill>
                <a:srgbClr val="FFFFFF">
                  <a:lumMod val="65000"/>
                </a:srgbClr>
              </a:solidFill>
              <a:prstDash val="lgDash"/>
              <a:miter lim="800000"/>
            </a:ln>
            <a:effectLst/>
          </p:spPr>
        </p:cxnSp>
        <p:cxnSp>
          <p:nvCxnSpPr>
            <p:cNvPr id="77" name="直接连接符 76"/>
            <p:cNvCxnSpPr/>
            <p:nvPr/>
          </p:nvCxnSpPr>
          <p:spPr>
            <a:xfrm>
              <a:off x="3952407" y="1453366"/>
              <a:ext cx="0" cy="4932000"/>
            </a:xfrm>
            <a:prstGeom prst="line">
              <a:avLst/>
            </a:prstGeom>
            <a:noFill/>
            <a:ln w="6350" cap="flat" cmpd="sng" algn="ctr">
              <a:solidFill>
                <a:srgbClr val="FFFFFF">
                  <a:lumMod val="65000"/>
                </a:srgbClr>
              </a:solidFill>
              <a:prstDash val="lgDash"/>
              <a:miter lim="800000"/>
            </a:ln>
            <a:effectLst/>
          </p:spPr>
        </p:cxnSp>
        <p:cxnSp>
          <p:nvCxnSpPr>
            <p:cNvPr id="83" name="直接连接符 82"/>
            <p:cNvCxnSpPr/>
            <p:nvPr/>
          </p:nvCxnSpPr>
          <p:spPr>
            <a:xfrm>
              <a:off x="11528078" y="1304579"/>
              <a:ext cx="0" cy="4932000"/>
            </a:xfrm>
            <a:prstGeom prst="line">
              <a:avLst/>
            </a:prstGeom>
            <a:noFill/>
            <a:ln w="6350" cap="flat" cmpd="sng" algn="ctr">
              <a:solidFill>
                <a:srgbClr val="FFFFFF">
                  <a:lumMod val="65000"/>
                </a:srgbClr>
              </a:solidFill>
              <a:prstDash val="lgDash"/>
              <a:miter lim="800000"/>
            </a:ln>
            <a:effectLst/>
          </p:spPr>
        </p:cxnSp>
        <p:pic>
          <p:nvPicPr>
            <p:cNvPr id="84" name="图形 83" descr="鲤鱼旗 纯色填充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11497028" y="1404375"/>
              <a:ext cx="375624" cy="360000"/>
            </a:xfrm>
            <a:prstGeom prst="rect">
              <a:avLst/>
            </a:prstGeom>
          </p:spPr>
        </p:pic>
        <p:cxnSp>
          <p:nvCxnSpPr>
            <p:cNvPr id="87" name="直接连接符 86"/>
            <p:cNvCxnSpPr/>
            <p:nvPr/>
          </p:nvCxnSpPr>
          <p:spPr>
            <a:xfrm>
              <a:off x="7740243" y="1453366"/>
              <a:ext cx="0" cy="4932000"/>
            </a:xfrm>
            <a:prstGeom prst="line">
              <a:avLst/>
            </a:prstGeom>
            <a:noFill/>
            <a:ln w="6350" cap="flat" cmpd="sng" algn="ctr">
              <a:solidFill>
                <a:srgbClr val="FFFFFF">
                  <a:lumMod val="65000"/>
                </a:srgbClr>
              </a:solidFill>
              <a:prstDash val="lgDash"/>
              <a:miter lim="800000"/>
            </a:ln>
            <a:effectLst/>
          </p:spPr>
        </p:cxnSp>
      </p:grpSp>
      <p:cxnSp>
        <p:nvCxnSpPr>
          <p:cNvPr id="49" name="直接连接符 48"/>
          <p:cNvCxnSpPr/>
          <p:nvPr/>
        </p:nvCxnSpPr>
        <p:spPr>
          <a:xfrm>
            <a:off x="11526134" y="1453366"/>
            <a:ext cx="0" cy="4932000"/>
          </a:xfrm>
          <a:prstGeom prst="line">
            <a:avLst/>
          </a:prstGeom>
          <a:noFill/>
          <a:ln w="6350" cap="flat" cmpd="sng" algn="ctr">
            <a:solidFill>
              <a:srgbClr val="FFFFFF">
                <a:lumMod val="65000"/>
              </a:srgbClr>
            </a:solidFill>
            <a:prstDash val="lgDash"/>
            <a:miter lim="800000"/>
          </a:ln>
          <a:effectLst/>
        </p:spPr>
      </p:cxnSp>
      <p:sp>
        <p:nvSpPr>
          <p:cNvPr id="2" name="标题 1"/>
          <p:cNvSpPr txBox="1"/>
          <p:nvPr/>
        </p:nvSpPr>
        <p:spPr>
          <a:xfrm>
            <a:off x="552010" y="273332"/>
            <a:ext cx="11239200" cy="640800"/>
          </a:xfrm>
          <a:prstGeom prst="rect">
            <a:avLst/>
          </a:prstGeom>
        </p:spPr>
        <p:txBody>
          <a:bodyPr vert="horz" wrap="square" lIns="121920" tIns="60960" rIns="121920" bIns="60960" rtlCol="0" anchor="ctr" anchorCtr="0">
            <a:noAutofit/>
          </a:bodyPr>
          <a:lstStyle>
            <a:lvl1pPr algn="ctr" defTabSz="182880" rtl="0" eaLnBrk="1" latinLnBrk="0" hangingPunct="1">
              <a:spcBef>
                <a:spcPct val="0"/>
              </a:spcBef>
              <a:buNone/>
              <a:defRPr lang="en-US" sz="1500" b="1" kern="1200" cap="none" baseline="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18288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等线 Light" panose="02010600030101010101" pitchFamily="2" charset="-122"/>
                <a:ea typeface="等线 Light" panose="02010600030101010101" pitchFamily="2" charset="-122"/>
                <a:cs typeface="+mj-cs"/>
              </a:rPr>
              <a:t>基于前期沟通，制定了详细合理的工作实施计划，</a:t>
            </a:r>
            <a:r>
              <a:rPr kumimoji="0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等线 Light" panose="02010600030101010101" pitchFamily="2" charset="-122"/>
                <a:ea typeface="等线 Light" panose="02010600030101010101" pitchFamily="2" charset="-122"/>
                <a:cs typeface="+mj-cs"/>
              </a:rPr>
              <a:t>PoC</a:t>
            </a:r>
            <a:r>
              <a:rPr kumimoji="0" lang="zh-CN" alt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等线 Light" panose="02010600030101010101" pitchFamily="2" charset="-122"/>
                <a:ea typeface="等线 Light" panose="02010600030101010101" pitchFamily="2" charset="-122"/>
                <a:cs typeface="+mj-cs"/>
              </a:rPr>
              <a:t>预计整体周期为</a:t>
            </a:r>
            <a:r>
              <a:rPr kumimoji="0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等线 Light" panose="02010600030101010101" pitchFamily="2" charset="-122"/>
                <a:ea typeface="等线 Light" panose="02010600030101010101" pitchFamily="2" charset="-122"/>
                <a:cs typeface="+mj-cs"/>
              </a:rPr>
              <a:t>7</a:t>
            </a:r>
            <a:r>
              <a:rPr kumimoji="0" lang="zh-CN" alt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等线 Light" panose="02010600030101010101" pitchFamily="2" charset="-122"/>
                <a:ea typeface="等线 Light" panose="02010600030101010101" pitchFamily="2" charset="-122"/>
                <a:cs typeface="+mj-cs"/>
              </a:rPr>
              <a:t>周，具体实施过程中采用多任务同步推进，串行和并行相结合的方式进行，有效推进项目快速落地</a:t>
            </a:r>
          </a:p>
        </p:txBody>
      </p:sp>
      <p:sp>
        <p:nvSpPr>
          <p:cNvPr id="6" name="Freeform 60"/>
          <p:cNvSpPr/>
          <p:nvPr/>
        </p:nvSpPr>
        <p:spPr bwMode="auto">
          <a:xfrm>
            <a:off x="1358471" y="1349215"/>
            <a:ext cx="10363180" cy="73919"/>
          </a:xfrm>
          <a:custGeom>
            <a:avLst/>
            <a:gdLst>
              <a:gd name="T0" fmla="*/ 0 w 4490"/>
              <a:gd name="T1" fmla="*/ 2147483647 h 91"/>
              <a:gd name="T2" fmla="*/ 0 w 4490"/>
              <a:gd name="T3" fmla="*/ 0 h 91"/>
              <a:gd name="T4" fmla="*/ 2147483647 w 4490"/>
              <a:gd name="T5" fmla="*/ 0 h 91"/>
              <a:gd name="T6" fmla="*/ 2147483647 w 4490"/>
              <a:gd name="T7" fmla="*/ 2147483647 h 91"/>
              <a:gd name="T8" fmla="*/ 0 60000 65536"/>
              <a:gd name="T9" fmla="*/ 0 60000 65536"/>
              <a:gd name="T10" fmla="*/ 0 60000 65536"/>
              <a:gd name="T11" fmla="*/ 0 60000 65536"/>
              <a:gd name="T12" fmla="*/ 0 w 4490"/>
              <a:gd name="T13" fmla="*/ 0 h 91"/>
              <a:gd name="T14" fmla="*/ 4490 w 4490"/>
              <a:gd name="T15" fmla="*/ 91 h 91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4490" h="91">
                <a:moveTo>
                  <a:pt x="0" y="91"/>
                </a:moveTo>
                <a:lnTo>
                  <a:pt x="0" y="0"/>
                </a:lnTo>
                <a:lnTo>
                  <a:pt x="4490" y="0"/>
                </a:lnTo>
                <a:lnTo>
                  <a:pt x="4490" y="91"/>
                </a:lnTo>
              </a:path>
            </a:pathLst>
          </a:custGeom>
          <a:noFill/>
          <a:ln w="6350">
            <a:solidFill>
              <a:srgbClr val="BBBCBC"/>
            </a:solidFill>
            <a:round/>
          </a:ln>
        </p:spPr>
        <p:txBody>
          <a:bodyPr wrap="none" lIns="0" tIns="0" rIns="0" bIns="0" anchor="ctr"/>
          <a:lstStyle/>
          <a:p>
            <a:pPr marL="0" marR="0" lvl="0" indent="0" algn="l" defTabSz="609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1465" b="0" i="0" u="none" strike="noStrike" kern="1200" cap="none" spc="0" normalizeH="0" baseline="0" noProof="0" dirty="0">
              <a:ln>
                <a:noFill/>
              </a:ln>
              <a:solidFill>
                <a:srgbClr val="53565A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grpSp>
        <p:nvGrpSpPr>
          <p:cNvPr id="31" name="组合 30"/>
          <p:cNvGrpSpPr/>
          <p:nvPr/>
        </p:nvGrpSpPr>
        <p:grpSpPr>
          <a:xfrm>
            <a:off x="685505" y="1442480"/>
            <a:ext cx="619678" cy="749660"/>
            <a:chOff x="427051" y="1660594"/>
            <a:chExt cx="593903" cy="749660"/>
          </a:xfrm>
        </p:grpSpPr>
        <p:sp>
          <p:nvSpPr>
            <p:cNvPr id="32" name="矩形 31"/>
            <p:cNvSpPr/>
            <p:nvPr/>
          </p:nvSpPr>
          <p:spPr>
            <a:xfrm>
              <a:off x="520023" y="1660594"/>
              <a:ext cx="500931" cy="749660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19050" algn="ctr">
              <a:noFill/>
              <a:miter lim="800000"/>
            </a:ln>
          </p:spPr>
          <p:txBody>
            <a:bodyPr wrap="square" lIns="88900" tIns="88900" rIns="88900" bIns="88900"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6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Wingdings 2" panose="05020102010507070707" pitchFamily="18" charset="2"/>
                <a:buNone/>
                <a:defRPr/>
              </a:pPr>
              <a:r>
                <a:rPr kumimoji="0" lang="zh-CN" altLang="en-US" sz="11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等线" panose="02010600030101010101" pitchFamily="2" charset="-122"/>
                  <a:ea typeface="等线" panose="02010600030101010101" pitchFamily="2" charset="-122"/>
                  <a:cs typeface="+mn-cs"/>
                </a:rPr>
                <a:t>前期准备</a:t>
              </a:r>
            </a:p>
          </p:txBody>
        </p:sp>
        <p:sp>
          <p:nvSpPr>
            <p:cNvPr id="33" name="Oval 20"/>
            <p:cNvSpPr/>
            <p:nvPr/>
          </p:nvSpPr>
          <p:spPr bwMode="gray">
            <a:xfrm>
              <a:off x="427051" y="1943984"/>
              <a:ext cx="182880" cy="182880"/>
            </a:xfrm>
            <a:prstGeom prst="ellipse">
              <a:avLst/>
            </a:prstGeom>
            <a:solidFill>
              <a:schemeClr val="tx1"/>
            </a:solidFill>
            <a:ln w="19050" algn="ctr">
              <a:noFill/>
              <a:miter lim="800000"/>
            </a:ln>
          </p:spPr>
          <p:txBody>
            <a:bodyPr wrap="square" lIns="88900" tIns="88900" rIns="88900" bIns="88900"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6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Wingdings 2" panose="05020102010507070707" pitchFamily="18" charset="2"/>
                <a:buNone/>
                <a:defRPr/>
              </a:pPr>
              <a:r>
                <a:rPr kumimoji="0" lang="en-US" sz="120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1</a:t>
              </a:r>
            </a:p>
          </p:txBody>
        </p:sp>
      </p:grpSp>
      <p:grpSp>
        <p:nvGrpSpPr>
          <p:cNvPr id="34" name="组合 33"/>
          <p:cNvGrpSpPr/>
          <p:nvPr/>
        </p:nvGrpSpPr>
        <p:grpSpPr>
          <a:xfrm>
            <a:off x="680726" y="2284224"/>
            <a:ext cx="616963" cy="3575538"/>
            <a:chOff x="446496" y="2370258"/>
            <a:chExt cx="591301" cy="3575538"/>
          </a:xfrm>
        </p:grpSpPr>
        <p:sp>
          <p:nvSpPr>
            <p:cNvPr id="35" name="矩形 34"/>
            <p:cNvSpPr/>
            <p:nvPr/>
          </p:nvSpPr>
          <p:spPr>
            <a:xfrm>
              <a:off x="528856" y="2370258"/>
              <a:ext cx="508941" cy="3575538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19050" algn="ctr">
              <a:noFill/>
              <a:miter lim="800000"/>
            </a:ln>
          </p:spPr>
          <p:txBody>
            <a:bodyPr wrap="square" lIns="88900" tIns="88900" rIns="88900" bIns="88900"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6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Wingdings 2" panose="05020102010507070707" pitchFamily="18" charset="2"/>
                <a:buNone/>
                <a:defRPr/>
              </a:pPr>
              <a:r>
                <a:rPr lang="zh-CN" altLang="en-US" sz="1100" b="1" dirty="0">
                  <a:solidFill>
                    <a:prstClr val="black"/>
                  </a:solidFill>
                  <a:latin typeface="等线" panose="02010600030101010101" pitchFamily="2" charset="-122"/>
                  <a:ea typeface="等线" panose="02010600030101010101" pitchFamily="2" charset="-122"/>
                </a:rPr>
                <a:t>主体实施</a:t>
              </a:r>
              <a:endParaRPr kumimoji="0" lang="zh-CN" altLang="en-US" sz="11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36" name="Oval 20"/>
            <p:cNvSpPr/>
            <p:nvPr/>
          </p:nvSpPr>
          <p:spPr bwMode="gray">
            <a:xfrm>
              <a:off x="446496" y="3822520"/>
              <a:ext cx="182880" cy="182880"/>
            </a:xfrm>
            <a:prstGeom prst="ellipse">
              <a:avLst/>
            </a:prstGeom>
            <a:solidFill>
              <a:schemeClr val="tx1"/>
            </a:solidFill>
            <a:ln w="19050" algn="ctr">
              <a:noFill/>
              <a:miter lim="800000"/>
            </a:ln>
          </p:spPr>
          <p:txBody>
            <a:bodyPr wrap="square" lIns="88900" tIns="88900" rIns="88900" bIns="88900"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6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Wingdings 2" panose="05020102010507070707" pitchFamily="18" charset="2"/>
                <a:buNone/>
                <a:defRPr/>
              </a:pPr>
              <a:r>
                <a:rPr kumimoji="0" lang="en-US" altLang="zh-CN" sz="120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等线" panose="02010600030101010101" pitchFamily="2" charset="-122"/>
                  <a:ea typeface="等线" panose="02010600030101010101" pitchFamily="2" charset="-122"/>
                  <a:cs typeface="+mn-cs"/>
                </a:rPr>
                <a:t>2</a:t>
              </a:r>
              <a:endParaRPr kumimoji="0" lang="en-US" sz="12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grpSp>
        <p:nvGrpSpPr>
          <p:cNvPr id="37" name="组合 36"/>
          <p:cNvGrpSpPr/>
          <p:nvPr/>
        </p:nvGrpSpPr>
        <p:grpSpPr>
          <a:xfrm>
            <a:off x="687104" y="5910770"/>
            <a:ext cx="618080" cy="453681"/>
            <a:chOff x="406210" y="5558612"/>
            <a:chExt cx="592371" cy="453681"/>
          </a:xfrm>
        </p:grpSpPr>
        <p:sp>
          <p:nvSpPr>
            <p:cNvPr id="38" name="矩形 37"/>
            <p:cNvSpPr/>
            <p:nvPr/>
          </p:nvSpPr>
          <p:spPr>
            <a:xfrm>
              <a:off x="485637" y="5558612"/>
              <a:ext cx="512944" cy="453681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19050" algn="ctr">
              <a:noFill/>
              <a:miter lim="800000"/>
            </a:ln>
          </p:spPr>
          <p:txBody>
            <a:bodyPr wrap="square" lIns="88900" tIns="88900" rIns="88900" bIns="88900"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6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Wingdings 2" panose="05020102010507070707" pitchFamily="18" charset="2"/>
                <a:buNone/>
                <a:defRPr/>
              </a:pPr>
              <a:r>
                <a:rPr lang="zh-CN" altLang="en-US" sz="1100" b="1" dirty="0">
                  <a:solidFill>
                    <a:prstClr val="black"/>
                  </a:solidFill>
                  <a:latin typeface="等线" panose="02010600030101010101" pitchFamily="2" charset="-122"/>
                  <a:ea typeface="等线" panose="02010600030101010101" pitchFamily="2" charset="-122"/>
                </a:rPr>
                <a:t>分析交付</a:t>
              </a:r>
              <a:endParaRPr kumimoji="0" lang="zh-CN" altLang="en-US" sz="11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39" name="Oval 20"/>
            <p:cNvSpPr/>
            <p:nvPr/>
          </p:nvSpPr>
          <p:spPr bwMode="gray">
            <a:xfrm>
              <a:off x="406210" y="5710478"/>
              <a:ext cx="182880" cy="182880"/>
            </a:xfrm>
            <a:prstGeom prst="ellipse">
              <a:avLst/>
            </a:prstGeom>
            <a:solidFill>
              <a:schemeClr val="tx1"/>
            </a:solidFill>
            <a:ln w="19050" algn="ctr">
              <a:noFill/>
              <a:miter lim="800000"/>
            </a:ln>
          </p:spPr>
          <p:txBody>
            <a:bodyPr wrap="square" lIns="88900" tIns="88900" rIns="88900" bIns="88900"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6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Wingdings 2" panose="05020102010507070707" pitchFamily="18" charset="2"/>
                <a:buNone/>
                <a:defRPr/>
              </a:pPr>
              <a:r>
                <a:rPr kumimoji="0" lang="en-US" altLang="zh-CN" sz="120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等线" panose="02010600030101010101" pitchFamily="2" charset="-122"/>
                  <a:ea typeface="等线" panose="02010600030101010101" pitchFamily="2" charset="-122"/>
                  <a:cs typeface="+mn-cs"/>
                </a:rPr>
                <a:t>3</a:t>
              </a:r>
              <a:endParaRPr kumimoji="0" lang="en-US" sz="12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sp>
        <p:nvSpPr>
          <p:cNvPr id="40" name="矩形 39"/>
          <p:cNvSpPr/>
          <p:nvPr/>
        </p:nvSpPr>
        <p:spPr bwMode="gray">
          <a:xfrm>
            <a:off x="1358471" y="1442481"/>
            <a:ext cx="10363182" cy="750507"/>
          </a:xfrm>
          <a:prstGeom prst="rect">
            <a:avLst/>
          </a:prstGeom>
          <a:noFill/>
          <a:ln w="3175" algn="ctr">
            <a:solidFill>
              <a:schemeClr val="tx2"/>
            </a:solidFill>
            <a:prstDash val="dash"/>
            <a:miter lim="800000"/>
          </a:ln>
        </p:spPr>
        <p:txBody>
          <a:bodyPr vert="horz" wrap="square" lIns="88900" tIns="45720" rIns="88900" bIns="88900" rtlCol="0" anchor="ctr" anchorCtr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 2" panose="05020102010507070707" pitchFamily="18" charset="2"/>
              <a:buNone/>
              <a:defRPr/>
            </a:pPr>
            <a:r>
              <a:rPr kumimoji="0" lang="zh-CN" altLang="en-US" sz="1000" b="1" i="0" u="none" strike="noStrike" kern="1200" cap="none" spc="0" normalizeH="0" baseline="0" noProof="0" dirty="0">
                <a:ln>
                  <a:noFill/>
                </a:ln>
                <a:solidFill>
                  <a:srgbClr val="012036"/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  <a:cs typeface="+mn-cs"/>
              </a:rPr>
              <a:t>环境和数据准备</a:t>
            </a:r>
            <a:endParaRPr kumimoji="0" lang="zh-CN" altLang="en-US" sz="1200" b="1" i="0" u="none" strike="noStrike" kern="1200" cap="none" spc="0" normalizeH="0" baseline="0" noProof="0" dirty="0">
              <a:ln>
                <a:noFill/>
              </a:ln>
              <a:solidFill>
                <a:srgbClr val="012036"/>
              </a:solidFill>
              <a:effectLst/>
              <a:uLnTx/>
              <a:uFillTx/>
              <a:latin typeface="等线" panose="02010600030101010101" pitchFamily="2" charset="-122"/>
              <a:ea typeface="等线" panose="02010600030101010101" pitchFamily="2" charset="-122"/>
              <a:cs typeface="+mn-cs"/>
            </a:endParaRPr>
          </a:p>
        </p:txBody>
      </p:sp>
      <p:sp>
        <p:nvSpPr>
          <p:cNvPr id="41" name="AutoShape 95"/>
          <p:cNvSpPr>
            <a:spLocks noChangeArrowheads="1"/>
          </p:cNvSpPr>
          <p:nvPr/>
        </p:nvSpPr>
        <p:spPr bwMode="auto">
          <a:xfrm>
            <a:off x="343949" y="1442480"/>
            <a:ext cx="264859" cy="4921972"/>
          </a:xfrm>
          <a:prstGeom prst="rect">
            <a:avLst/>
          </a:prstGeom>
          <a:pattFill prst="dkDnDiag">
            <a:fgClr>
              <a:schemeClr val="tx2">
                <a:lumMod val="10000"/>
                <a:lumOff val="90000"/>
              </a:schemeClr>
            </a:fgClr>
            <a:bgClr>
              <a:schemeClr val="bg1"/>
            </a:bgClr>
          </a:pattFill>
          <a:ln>
            <a:noFill/>
          </a:ln>
        </p:spPr>
        <p:txBody>
          <a:bodyPr lIns="0" tIns="88900" rIns="0" bIns="88900" anchor="ctr"/>
          <a:lstStyle>
            <a:lvl1pPr defTabSz="60833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defTabSz="60833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defTabSz="60833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defTabSz="60833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defTabSz="60833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defTabSz="60833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defTabSz="60833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defTabSz="60833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defTabSz="60833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ctr" defTabSz="60833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zh-CN" altLang="en-US" sz="1100" b="1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时间计划安排</a:t>
            </a:r>
            <a:endParaRPr kumimoji="0" lang="zh-CN" altLang="en-US" sz="11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等线" panose="02010600030101010101" pitchFamily="2" charset="-122"/>
              <a:ea typeface="等线" panose="02010600030101010101" pitchFamily="2" charset="-122"/>
              <a:cs typeface="+mn-cs"/>
            </a:endParaRPr>
          </a:p>
        </p:txBody>
      </p:sp>
      <p:sp>
        <p:nvSpPr>
          <p:cNvPr id="44" name="矩形 43"/>
          <p:cNvSpPr/>
          <p:nvPr/>
        </p:nvSpPr>
        <p:spPr bwMode="gray">
          <a:xfrm>
            <a:off x="1358469" y="2284223"/>
            <a:ext cx="10363182" cy="1512401"/>
          </a:xfrm>
          <a:prstGeom prst="rect">
            <a:avLst/>
          </a:prstGeom>
          <a:noFill/>
          <a:ln w="3175" algn="ctr">
            <a:solidFill>
              <a:schemeClr val="tx2"/>
            </a:solidFill>
            <a:prstDash val="dash"/>
            <a:miter lim="800000"/>
          </a:ln>
        </p:spPr>
        <p:txBody>
          <a:bodyPr vert="horz" wrap="square" lIns="88900" tIns="45720" rIns="88900" bIns="88900" rtlCol="0" anchor="ctr" anchorCtr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 2" panose="05020102010507070707" pitchFamily="18" charset="2"/>
              <a:buNone/>
              <a:defRPr/>
            </a:pPr>
            <a:r>
              <a:rPr lang="zh-CN" altLang="en-US" sz="1000" b="1" dirty="0">
                <a:solidFill>
                  <a:srgbClr val="012036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数据质量检查</a:t>
            </a:r>
          </a:p>
        </p:txBody>
      </p:sp>
      <p:sp>
        <p:nvSpPr>
          <p:cNvPr id="45" name="矩形 44"/>
          <p:cNvSpPr/>
          <p:nvPr/>
        </p:nvSpPr>
        <p:spPr bwMode="gray">
          <a:xfrm>
            <a:off x="1358469" y="5912872"/>
            <a:ext cx="10363182" cy="453681"/>
          </a:xfrm>
          <a:prstGeom prst="rect">
            <a:avLst/>
          </a:prstGeom>
          <a:noFill/>
          <a:ln w="3175" algn="ctr">
            <a:solidFill>
              <a:schemeClr val="tx2"/>
            </a:solidFill>
            <a:prstDash val="dash"/>
            <a:miter lim="800000"/>
          </a:ln>
        </p:spPr>
        <p:txBody>
          <a:bodyPr vert="horz" wrap="square" lIns="88900" tIns="45720" rIns="88900" bIns="88900" rtlCol="0" anchor="ctr" anchorCtr="0"/>
          <a:lstStyle/>
          <a:p>
            <a:pPr defTabSz="914400">
              <a:defRPr/>
            </a:pPr>
            <a:r>
              <a:rPr lang="zh-CN" altLang="en-US" sz="1000" b="1" dirty="0">
                <a:solidFill>
                  <a:srgbClr val="012036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成果分析和报表交付</a:t>
            </a:r>
            <a:endParaRPr lang="en-US" altLang="zh-CN" sz="1000" b="1" dirty="0">
              <a:solidFill>
                <a:srgbClr val="012036"/>
              </a:solidFill>
              <a:latin typeface="等线" panose="02010600030101010101" pitchFamily="2" charset="-122"/>
              <a:ea typeface="等线" panose="02010600030101010101" pitchFamily="2" charset="-122"/>
            </a:endParaRPr>
          </a:p>
        </p:txBody>
      </p:sp>
      <p:grpSp>
        <p:nvGrpSpPr>
          <p:cNvPr id="61" name="组合 60"/>
          <p:cNvGrpSpPr/>
          <p:nvPr/>
        </p:nvGrpSpPr>
        <p:grpSpPr>
          <a:xfrm>
            <a:off x="4774317" y="980093"/>
            <a:ext cx="848804" cy="442535"/>
            <a:chOff x="3224585" y="980599"/>
            <a:chExt cx="848804" cy="442535"/>
          </a:xfrm>
        </p:grpSpPr>
        <p:sp>
          <p:nvSpPr>
            <p:cNvPr id="5" name="Text Box 49"/>
            <p:cNvSpPr txBox="1">
              <a:spLocks noChangeArrowheads="1"/>
            </p:cNvSpPr>
            <p:nvPr/>
          </p:nvSpPr>
          <p:spPr bwMode="auto">
            <a:xfrm>
              <a:off x="3224585" y="980599"/>
              <a:ext cx="848804" cy="204671"/>
            </a:xfrm>
            <a:prstGeom prst="rect">
              <a:avLst/>
            </a:prstGeom>
            <a:noFill/>
            <a:ln w="12700" algn="ctr">
              <a:noFill/>
              <a:miter lim="800000"/>
            </a:ln>
          </p:spPr>
          <p:txBody>
            <a:bodyPr lIns="0" tIns="0" rIns="0" bIns="0" anchor="b" anchorCtr="0">
              <a:spAutoFit/>
            </a:bodyPr>
            <a:lstStyle/>
            <a:p>
              <a:pPr marL="0" marR="0" lvl="0" indent="0" algn="ctr" defTabSz="609600" rtl="0" eaLnBrk="1" fontAlgn="auto" latinLnBrk="0" hangingPunct="1">
                <a:lnSpc>
                  <a:spcPct val="95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lang="en-US" sz="1400" b="1" dirty="0">
                  <a:solidFill>
                    <a:srgbClr val="53565A"/>
                  </a:solidFill>
                  <a:latin typeface="Calibri" panose="020F0502020204030204"/>
                  <a:ea typeface="MS PGothic" panose="020B0600070205080204" charset="-128"/>
                </a:rPr>
                <a:t>W2</a:t>
              </a:r>
              <a:endPara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53565A"/>
                </a:solidFill>
                <a:effectLst/>
                <a:uLnTx/>
                <a:uFillTx/>
                <a:latin typeface="Calibri" panose="020F0502020204030204"/>
                <a:ea typeface="MS PGothic" panose="020B0600070205080204" charset="-128"/>
                <a:cs typeface="+mn-cs"/>
              </a:endParaRPr>
            </a:p>
          </p:txBody>
        </p:sp>
        <p:sp>
          <p:nvSpPr>
            <p:cNvPr id="7" name="Oval 61"/>
            <p:cNvSpPr>
              <a:spLocks noChangeArrowheads="1"/>
            </p:cNvSpPr>
            <p:nvPr/>
          </p:nvSpPr>
          <p:spPr bwMode="auto">
            <a:xfrm>
              <a:off x="3567418" y="1274544"/>
              <a:ext cx="163142" cy="148590"/>
            </a:xfrm>
            <a:prstGeom prst="ellipse">
              <a:avLst/>
            </a:prstGeom>
            <a:solidFill>
              <a:schemeClr val="accent1"/>
            </a:solidFill>
            <a:ln w="6350" algn="ctr">
              <a:solidFill>
                <a:schemeClr val="bg1"/>
              </a:solidFill>
              <a:round/>
            </a:ln>
          </p:spPr>
          <p:txBody>
            <a:bodyPr wrap="none" lIns="0" tIns="0" rIns="0" bIns="0" anchor="ctr"/>
            <a:lstStyle/>
            <a:p>
              <a:pPr marL="0" marR="0" lvl="0" indent="0" algn="ctr" defTabSz="6096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815" b="0" i="0" u="none" strike="noStrike" kern="1200" cap="none" spc="0" normalizeH="0" baseline="0" noProof="0" dirty="0">
                <a:ln>
                  <a:noFill/>
                </a:ln>
                <a:solidFill>
                  <a:srgbClr val="53565A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grpSp>
        <p:nvGrpSpPr>
          <p:cNvPr id="8" name="组合 7"/>
          <p:cNvGrpSpPr/>
          <p:nvPr/>
        </p:nvGrpSpPr>
        <p:grpSpPr>
          <a:xfrm>
            <a:off x="6036054" y="980093"/>
            <a:ext cx="848804" cy="442535"/>
            <a:chOff x="2362212" y="980599"/>
            <a:chExt cx="773093" cy="442535"/>
          </a:xfrm>
        </p:grpSpPr>
        <p:sp>
          <p:nvSpPr>
            <p:cNvPr id="9" name="Oval 62"/>
            <p:cNvSpPr>
              <a:spLocks noChangeArrowheads="1"/>
            </p:cNvSpPr>
            <p:nvPr/>
          </p:nvSpPr>
          <p:spPr bwMode="auto">
            <a:xfrm>
              <a:off x="2674464" y="1274544"/>
              <a:ext cx="148590" cy="148590"/>
            </a:xfrm>
            <a:prstGeom prst="ellipse">
              <a:avLst/>
            </a:prstGeom>
            <a:solidFill>
              <a:schemeClr val="accent1"/>
            </a:solidFill>
            <a:ln w="6350" algn="ctr">
              <a:solidFill>
                <a:schemeClr val="bg1"/>
              </a:solidFill>
              <a:round/>
            </a:ln>
          </p:spPr>
          <p:txBody>
            <a:bodyPr wrap="none" lIns="0" tIns="0" rIns="0" bIns="0" anchor="ctr"/>
            <a:lstStyle/>
            <a:p>
              <a:pPr marL="0" marR="0" lvl="0" indent="0" algn="ctr" defTabSz="6096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815" b="0" i="0" u="none" strike="noStrike" kern="1200" cap="none" spc="0" normalizeH="0" baseline="0" noProof="0" dirty="0">
                <a:ln>
                  <a:noFill/>
                </a:ln>
                <a:solidFill>
                  <a:srgbClr val="53565A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0" name="Text Box 49"/>
            <p:cNvSpPr txBox="1">
              <a:spLocks noChangeArrowheads="1"/>
            </p:cNvSpPr>
            <p:nvPr/>
          </p:nvSpPr>
          <p:spPr bwMode="auto">
            <a:xfrm>
              <a:off x="2362212" y="980599"/>
              <a:ext cx="773093" cy="204671"/>
            </a:xfrm>
            <a:prstGeom prst="rect">
              <a:avLst/>
            </a:prstGeom>
            <a:noFill/>
            <a:ln w="12700" algn="ctr">
              <a:noFill/>
              <a:miter lim="800000"/>
            </a:ln>
          </p:spPr>
          <p:txBody>
            <a:bodyPr lIns="0" tIns="0" rIns="0" bIns="0" anchor="b" anchorCtr="0">
              <a:spAutoFit/>
            </a:bodyPr>
            <a:lstStyle/>
            <a:p>
              <a:pPr marL="0" marR="0" lvl="0" indent="0" algn="ctr" defTabSz="609600" rtl="0" eaLnBrk="1" fontAlgn="auto" latinLnBrk="0" hangingPunct="1">
                <a:lnSpc>
                  <a:spcPct val="95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1400" b="1" i="0" u="none" strike="noStrike" kern="1200" cap="none" spc="0" normalizeH="0" baseline="0" noProof="0" dirty="0">
                  <a:ln>
                    <a:noFill/>
                  </a:ln>
                  <a:solidFill>
                    <a:srgbClr val="53565A"/>
                  </a:solidFill>
                  <a:effectLst/>
                  <a:uLnTx/>
                  <a:uFillTx/>
                  <a:latin typeface="Calibri" panose="020F0502020204030204"/>
                  <a:ea typeface="MS PGothic" panose="020B0600070205080204" charset="-128"/>
                  <a:cs typeface="+mn-cs"/>
                </a:rPr>
                <a:t>W3</a:t>
              </a:r>
              <a:endPara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53565A"/>
                </a:solidFill>
                <a:effectLst/>
                <a:uLnTx/>
                <a:uFillTx/>
                <a:latin typeface="Calibri" panose="020F0502020204030204"/>
                <a:ea typeface="MS PGothic" panose="020B0600070205080204" charset="-128"/>
                <a:cs typeface="+mn-cs"/>
              </a:endParaRPr>
            </a:p>
          </p:txBody>
        </p:sp>
      </p:grpSp>
      <p:grpSp>
        <p:nvGrpSpPr>
          <p:cNvPr id="11" name="组合 10"/>
          <p:cNvGrpSpPr/>
          <p:nvPr/>
        </p:nvGrpSpPr>
        <p:grpSpPr>
          <a:xfrm>
            <a:off x="7297791" y="980093"/>
            <a:ext cx="848804" cy="442535"/>
            <a:chOff x="2362212" y="980599"/>
            <a:chExt cx="773093" cy="442535"/>
          </a:xfrm>
        </p:grpSpPr>
        <p:sp>
          <p:nvSpPr>
            <p:cNvPr id="12" name="Oval 62"/>
            <p:cNvSpPr>
              <a:spLocks noChangeArrowheads="1"/>
            </p:cNvSpPr>
            <p:nvPr/>
          </p:nvSpPr>
          <p:spPr bwMode="auto">
            <a:xfrm>
              <a:off x="2674464" y="1274544"/>
              <a:ext cx="148590" cy="148590"/>
            </a:xfrm>
            <a:prstGeom prst="ellipse">
              <a:avLst/>
            </a:prstGeom>
            <a:solidFill>
              <a:schemeClr val="accent1"/>
            </a:solidFill>
            <a:ln w="6350" algn="ctr">
              <a:solidFill>
                <a:schemeClr val="bg1"/>
              </a:solidFill>
              <a:round/>
            </a:ln>
          </p:spPr>
          <p:txBody>
            <a:bodyPr wrap="none" lIns="0" tIns="0" rIns="0" bIns="0" anchor="ctr"/>
            <a:lstStyle/>
            <a:p>
              <a:pPr marL="0" marR="0" lvl="0" indent="0" algn="ctr" defTabSz="6096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815" b="0" i="0" u="none" strike="noStrike" kern="1200" cap="none" spc="0" normalizeH="0" baseline="0" noProof="0" dirty="0">
                <a:ln>
                  <a:noFill/>
                </a:ln>
                <a:solidFill>
                  <a:srgbClr val="53565A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3" name="Text Box 49"/>
            <p:cNvSpPr txBox="1">
              <a:spLocks noChangeArrowheads="1"/>
            </p:cNvSpPr>
            <p:nvPr/>
          </p:nvSpPr>
          <p:spPr bwMode="auto">
            <a:xfrm>
              <a:off x="2362212" y="980599"/>
              <a:ext cx="773093" cy="204671"/>
            </a:xfrm>
            <a:prstGeom prst="rect">
              <a:avLst/>
            </a:prstGeom>
            <a:noFill/>
            <a:ln w="12700" algn="ctr">
              <a:noFill/>
              <a:miter lim="800000"/>
            </a:ln>
          </p:spPr>
          <p:txBody>
            <a:bodyPr lIns="0" tIns="0" rIns="0" bIns="0" anchor="b" anchorCtr="0">
              <a:spAutoFit/>
            </a:bodyPr>
            <a:lstStyle/>
            <a:p>
              <a:pPr marL="0" marR="0" lvl="0" indent="0" algn="ctr" defTabSz="609600" rtl="0" eaLnBrk="1" fontAlgn="auto" latinLnBrk="0" hangingPunct="1">
                <a:lnSpc>
                  <a:spcPct val="95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1400" b="1" i="0" u="none" strike="noStrike" kern="1200" cap="none" spc="0" normalizeH="0" baseline="0" noProof="0" dirty="0">
                  <a:ln>
                    <a:noFill/>
                  </a:ln>
                  <a:solidFill>
                    <a:srgbClr val="53565A"/>
                  </a:solidFill>
                  <a:effectLst/>
                  <a:uLnTx/>
                  <a:uFillTx/>
                  <a:latin typeface="Calibri" panose="020F0502020204030204"/>
                  <a:ea typeface="MS PGothic" panose="020B0600070205080204" charset="-128"/>
                  <a:cs typeface="+mn-cs"/>
                </a:rPr>
                <a:t>W4</a:t>
              </a:r>
              <a:endPara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53565A"/>
                </a:solidFill>
                <a:effectLst/>
                <a:uLnTx/>
                <a:uFillTx/>
                <a:latin typeface="Calibri" panose="020F0502020204030204"/>
                <a:ea typeface="MS PGothic" panose="020B0600070205080204" charset="-128"/>
                <a:cs typeface="+mn-cs"/>
              </a:endParaRPr>
            </a:p>
          </p:txBody>
        </p:sp>
      </p:grpSp>
      <p:grpSp>
        <p:nvGrpSpPr>
          <p:cNvPr id="14" name="组合 13"/>
          <p:cNvGrpSpPr/>
          <p:nvPr/>
        </p:nvGrpSpPr>
        <p:grpSpPr>
          <a:xfrm>
            <a:off x="8559528" y="980093"/>
            <a:ext cx="848804" cy="442535"/>
            <a:chOff x="2362212" y="980599"/>
            <a:chExt cx="773093" cy="442535"/>
          </a:xfrm>
        </p:grpSpPr>
        <p:sp>
          <p:nvSpPr>
            <p:cNvPr id="15" name="Oval 62"/>
            <p:cNvSpPr>
              <a:spLocks noChangeArrowheads="1"/>
            </p:cNvSpPr>
            <p:nvPr/>
          </p:nvSpPr>
          <p:spPr bwMode="auto">
            <a:xfrm>
              <a:off x="2674464" y="1274544"/>
              <a:ext cx="148590" cy="148590"/>
            </a:xfrm>
            <a:prstGeom prst="ellipse">
              <a:avLst/>
            </a:prstGeom>
            <a:solidFill>
              <a:schemeClr val="accent1"/>
            </a:solidFill>
            <a:ln w="6350" algn="ctr">
              <a:solidFill>
                <a:schemeClr val="bg1"/>
              </a:solidFill>
              <a:round/>
            </a:ln>
          </p:spPr>
          <p:txBody>
            <a:bodyPr wrap="none" lIns="0" tIns="0" rIns="0" bIns="0" anchor="ctr"/>
            <a:lstStyle/>
            <a:p>
              <a:pPr marL="0" marR="0" lvl="0" indent="0" algn="ctr" defTabSz="6096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815" b="0" i="0" u="none" strike="noStrike" kern="1200" cap="none" spc="0" normalizeH="0" baseline="0" noProof="0" dirty="0">
                <a:ln>
                  <a:noFill/>
                </a:ln>
                <a:solidFill>
                  <a:srgbClr val="53565A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6" name="Text Box 49"/>
            <p:cNvSpPr txBox="1">
              <a:spLocks noChangeArrowheads="1"/>
            </p:cNvSpPr>
            <p:nvPr/>
          </p:nvSpPr>
          <p:spPr bwMode="auto">
            <a:xfrm>
              <a:off x="2362212" y="980599"/>
              <a:ext cx="773093" cy="204671"/>
            </a:xfrm>
            <a:prstGeom prst="rect">
              <a:avLst/>
            </a:prstGeom>
            <a:noFill/>
            <a:ln w="12700" algn="ctr">
              <a:noFill/>
              <a:miter lim="800000"/>
            </a:ln>
          </p:spPr>
          <p:txBody>
            <a:bodyPr lIns="0" tIns="0" rIns="0" bIns="0" anchor="b" anchorCtr="0">
              <a:spAutoFit/>
            </a:bodyPr>
            <a:lstStyle/>
            <a:p>
              <a:pPr marL="0" marR="0" lvl="0" indent="0" algn="ctr" defTabSz="609600" rtl="0" eaLnBrk="1" fontAlgn="auto" latinLnBrk="0" hangingPunct="1">
                <a:lnSpc>
                  <a:spcPct val="95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1400" b="1" i="0" u="none" strike="noStrike" kern="1200" cap="none" spc="0" normalizeH="0" baseline="0" noProof="0" dirty="0">
                  <a:ln>
                    <a:noFill/>
                  </a:ln>
                  <a:solidFill>
                    <a:srgbClr val="53565A"/>
                  </a:solidFill>
                  <a:effectLst/>
                  <a:uLnTx/>
                  <a:uFillTx/>
                  <a:latin typeface="Calibri" panose="020F0502020204030204"/>
                  <a:ea typeface="MS PGothic" panose="020B0600070205080204" charset="-128"/>
                  <a:cs typeface="+mn-cs"/>
                </a:rPr>
                <a:t>W5</a:t>
              </a:r>
              <a:endPara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53565A"/>
                </a:solidFill>
                <a:effectLst/>
                <a:uLnTx/>
                <a:uFillTx/>
                <a:latin typeface="Calibri" panose="020F0502020204030204"/>
                <a:ea typeface="MS PGothic" panose="020B0600070205080204" charset="-128"/>
                <a:cs typeface="+mn-cs"/>
              </a:endParaRPr>
            </a:p>
          </p:txBody>
        </p:sp>
      </p:grpSp>
      <p:grpSp>
        <p:nvGrpSpPr>
          <p:cNvPr id="17" name="组合 16"/>
          <p:cNvGrpSpPr/>
          <p:nvPr/>
        </p:nvGrpSpPr>
        <p:grpSpPr>
          <a:xfrm>
            <a:off x="11083005" y="980093"/>
            <a:ext cx="848804" cy="442535"/>
            <a:chOff x="2362212" y="980599"/>
            <a:chExt cx="773093" cy="442535"/>
          </a:xfrm>
        </p:grpSpPr>
        <p:sp>
          <p:nvSpPr>
            <p:cNvPr id="18" name="Oval 62"/>
            <p:cNvSpPr>
              <a:spLocks noChangeArrowheads="1"/>
            </p:cNvSpPr>
            <p:nvPr/>
          </p:nvSpPr>
          <p:spPr bwMode="auto">
            <a:xfrm>
              <a:off x="2674464" y="1274544"/>
              <a:ext cx="148590" cy="148590"/>
            </a:xfrm>
            <a:prstGeom prst="ellipse">
              <a:avLst/>
            </a:prstGeom>
            <a:solidFill>
              <a:schemeClr val="accent1"/>
            </a:solidFill>
            <a:ln w="6350" algn="ctr">
              <a:solidFill>
                <a:schemeClr val="bg1"/>
              </a:solidFill>
              <a:round/>
            </a:ln>
          </p:spPr>
          <p:txBody>
            <a:bodyPr wrap="none" lIns="0" tIns="0" rIns="0" bIns="0" anchor="ctr"/>
            <a:lstStyle/>
            <a:p>
              <a:pPr marL="0" marR="0" lvl="0" indent="0" algn="ctr" defTabSz="6096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815" b="0" i="0" u="none" strike="noStrike" kern="1200" cap="none" spc="0" normalizeH="0" baseline="0" noProof="0" dirty="0">
                <a:ln>
                  <a:noFill/>
                </a:ln>
                <a:solidFill>
                  <a:srgbClr val="53565A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9" name="Text Box 49"/>
            <p:cNvSpPr txBox="1">
              <a:spLocks noChangeArrowheads="1"/>
            </p:cNvSpPr>
            <p:nvPr/>
          </p:nvSpPr>
          <p:spPr bwMode="auto">
            <a:xfrm>
              <a:off x="2362212" y="980599"/>
              <a:ext cx="773093" cy="204671"/>
            </a:xfrm>
            <a:prstGeom prst="rect">
              <a:avLst/>
            </a:prstGeom>
            <a:noFill/>
            <a:ln w="12700" algn="ctr">
              <a:noFill/>
              <a:miter lim="800000"/>
            </a:ln>
          </p:spPr>
          <p:txBody>
            <a:bodyPr lIns="0" tIns="0" rIns="0" bIns="0" anchor="b" anchorCtr="0">
              <a:spAutoFit/>
            </a:bodyPr>
            <a:lstStyle/>
            <a:p>
              <a:pPr marL="0" marR="0" lvl="0" indent="0" algn="ctr" defTabSz="609600" rtl="0" eaLnBrk="1" fontAlgn="auto" latinLnBrk="0" hangingPunct="1">
                <a:lnSpc>
                  <a:spcPct val="95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1400" b="1" i="0" u="none" strike="noStrike" kern="1200" cap="none" spc="0" normalizeH="0" baseline="0" noProof="0" dirty="0">
                  <a:ln>
                    <a:noFill/>
                  </a:ln>
                  <a:solidFill>
                    <a:srgbClr val="53565A"/>
                  </a:solidFill>
                  <a:effectLst/>
                  <a:uLnTx/>
                  <a:uFillTx/>
                  <a:latin typeface="Calibri" panose="020F0502020204030204"/>
                  <a:ea typeface="MS PGothic" panose="020B0600070205080204" charset="-128"/>
                  <a:cs typeface="+mn-cs"/>
                </a:rPr>
                <a:t>W7</a:t>
              </a:r>
              <a:endPara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53565A"/>
                </a:solidFill>
                <a:effectLst/>
                <a:uLnTx/>
                <a:uFillTx/>
                <a:latin typeface="Calibri" panose="020F0502020204030204"/>
                <a:ea typeface="MS PGothic" panose="020B0600070205080204" charset="-128"/>
                <a:cs typeface="+mn-cs"/>
              </a:endParaRPr>
            </a:p>
          </p:txBody>
        </p:sp>
      </p:grpSp>
      <p:grpSp>
        <p:nvGrpSpPr>
          <p:cNvPr id="62" name="组合 61"/>
          <p:cNvGrpSpPr/>
          <p:nvPr/>
        </p:nvGrpSpPr>
        <p:grpSpPr>
          <a:xfrm>
            <a:off x="2293002" y="981073"/>
            <a:ext cx="806645" cy="440575"/>
            <a:chOff x="1890330" y="982705"/>
            <a:chExt cx="806645" cy="440575"/>
          </a:xfrm>
        </p:grpSpPr>
        <p:sp>
          <p:nvSpPr>
            <p:cNvPr id="46" name="Text Box 49"/>
            <p:cNvSpPr txBox="1">
              <a:spLocks noChangeArrowheads="1"/>
            </p:cNvSpPr>
            <p:nvPr/>
          </p:nvSpPr>
          <p:spPr bwMode="auto">
            <a:xfrm>
              <a:off x="1890330" y="982705"/>
              <a:ext cx="806645" cy="204671"/>
            </a:xfrm>
            <a:prstGeom prst="rect">
              <a:avLst/>
            </a:prstGeom>
            <a:noFill/>
            <a:ln w="12700" algn="ctr">
              <a:noFill/>
              <a:miter lim="800000"/>
            </a:ln>
          </p:spPr>
          <p:txBody>
            <a:bodyPr lIns="0" tIns="0" rIns="0" bIns="0" anchor="b" anchorCtr="0">
              <a:spAutoFit/>
            </a:bodyPr>
            <a:lstStyle/>
            <a:p>
              <a:pPr marL="0" marR="0" lvl="0" indent="0" algn="ctr" defTabSz="609600" rtl="0" eaLnBrk="1" fontAlgn="auto" latinLnBrk="0" hangingPunct="1">
                <a:lnSpc>
                  <a:spcPct val="95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lang="en-US" sz="1400" b="1" dirty="0">
                  <a:solidFill>
                    <a:srgbClr val="53565A"/>
                  </a:solidFill>
                  <a:latin typeface="Calibri" panose="020F0502020204030204"/>
                  <a:ea typeface="MS PGothic" panose="020B0600070205080204" charset="-128"/>
                </a:rPr>
                <a:t>W0</a:t>
              </a:r>
              <a:endPara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53565A"/>
                </a:solidFill>
                <a:effectLst/>
                <a:uLnTx/>
                <a:uFillTx/>
                <a:latin typeface="Calibri" panose="020F0502020204030204"/>
                <a:ea typeface="MS PGothic" panose="020B0600070205080204" charset="-128"/>
                <a:cs typeface="+mn-cs"/>
              </a:endParaRPr>
            </a:p>
          </p:txBody>
        </p:sp>
        <p:sp>
          <p:nvSpPr>
            <p:cNvPr id="43" name="Oval 61"/>
            <p:cNvSpPr>
              <a:spLocks noChangeArrowheads="1"/>
            </p:cNvSpPr>
            <p:nvPr/>
          </p:nvSpPr>
          <p:spPr bwMode="auto">
            <a:xfrm>
              <a:off x="2216133" y="1274690"/>
              <a:ext cx="163142" cy="148590"/>
            </a:xfrm>
            <a:prstGeom prst="ellipse">
              <a:avLst/>
            </a:prstGeom>
            <a:solidFill>
              <a:schemeClr val="accent1"/>
            </a:solidFill>
            <a:ln w="6350" algn="ctr">
              <a:solidFill>
                <a:schemeClr val="bg1"/>
              </a:solidFill>
              <a:round/>
            </a:ln>
          </p:spPr>
          <p:txBody>
            <a:bodyPr wrap="none" lIns="0" tIns="0" rIns="0" bIns="0" anchor="ctr"/>
            <a:lstStyle/>
            <a:p>
              <a:pPr marL="0" marR="0" lvl="0" indent="0" algn="ctr" defTabSz="6096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815" b="0" i="0" u="none" strike="noStrike" kern="1200" cap="none" spc="0" normalizeH="0" baseline="0" noProof="0" dirty="0">
                <a:ln>
                  <a:noFill/>
                </a:ln>
                <a:solidFill>
                  <a:srgbClr val="53565A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sp>
        <p:nvSpPr>
          <p:cNvPr id="51" name="矩形 50"/>
          <p:cNvSpPr/>
          <p:nvPr/>
        </p:nvSpPr>
        <p:spPr>
          <a:xfrm>
            <a:off x="2708293" y="2353974"/>
            <a:ext cx="1226315" cy="2520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zh-CN" sz="1050" b="1" i="1" u="sng" dirty="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1</a:t>
            </a:r>
            <a:r>
              <a:rPr lang="zh-CN" altLang="en-US" sz="1050" b="1" i="1" u="sng" dirty="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周</a:t>
            </a:r>
          </a:p>
        </p:txBody>
      </p:sp>
      <p:sp>
        <p:nvSpPr>
          <p:cNvPr id="23" name="矩形 22"/>
          <p:cNvSpPr/>
          <p:nvPr/>
        </p:nvSpPr>
        <p:spPr>
          <a:xfrm>
            <a:off x="2695012" y="1577056"/>
            <a:ext cx="1255450" cy="164421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zh-CN" sz="1050" b="1" i="1" u="sng" dirty="0">
                <a:latin typeface="等线" panose="02010600030101010101" pitchFamily="2" charset="-122"/>
                <a:ea typeface="等线" panose="02010600030101010101" pitchFamily="2" charset="-122"/>
              </a:rPr>
              <a:t>1</a:t>
            </a:r>
            <a:r>
              <a:rPr lang="zh-CN" altLang="en-US" sz="1050" b="1" i="1" u="sng" dirty="0">
                <a:latin typeface="等线" panose="02010600030101010101" pitchFamily="2" charset="-122"/>
                <a:ea typeface="等线" panose="02010600030101010101" pitchFamily="2" charset="-122"/>
              </a:rPr>
              <a:t>周</a:t>
            </a:r>
          </a:p>
        </p:txBody>
      </p:sp>
      <p:sp>
        <p:nvSpPr>
          <p:cNvPr id="26" name="矩形 25"/>
          <p:cNvSpPr/>
          <p:nvPr/>
        </p:nvSpPr>
        <p:spPr>
          <a:xfrm>
            <a:off x="3985506" y="2565788"/>
            <a:ext cx="1226316" cy="253916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zh-CN" sz="1050" b="1" i="1" u="sng" dirty="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1</a:t>
            </a:r>
            <a:r>
              <a:rPr lang="zh-CN" altLang="en-US" sz="1050" b="1" i="1" u="sng" dirty="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周</a:t>
            </a:r>
          </a:p>
        </p:txBody>
      </p:sp>
      <p:sp>
        <p:nvSpPr>
          <p:cNvPr id="27" name="矩形 26"/>
          <p:cNvSpPr/>
          <p:nvPr/>
        </p:nvSpPr>
        <p:spPr>
          <a:xfrm>
            <a:off x="3990303" y="3224220"/>
            <a:ext cx="1216722" cy="253916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zh-CN" sz="1050" b="1" i="1" u="sng" dirty="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1</a:t>
            </a:r>
            <a:r>
              <a:rPr lang="zh-CN" altLang="en-US" sz="1050" b="1" i="1" u="sng" dirty="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周</a:t>
            </a:r>
          </a:p>
        </p:txBody>
      </p:sp>
      <p:sp>
        <p:nvSpPr>
          <p:cNvPr id="28" name="矩形 27"/>
          <p:cNvSpPr/>
          <p:nvPr/>
        </p:nvSpPr>
        <p:spPr>
          <a:xfrm>
            <a:off x="5243656" y="3919366"/>
            <a:ext cx="1216800" cy="253916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zh-CN" sz="1050" b="1" i="1" u="sng" dirty="0">
                <a:latin typeface="等线" panose="02010600030101010101" pitchFamily="2" charset="-122"/>
                <a:ea typeface="等线" panose="02010600030101010101" pitchFamily="2" charset="-122"/>
              </a:rPr>
              <a:t>1</a:t>
            </a:r>
            <a:r>
              <a:rPr lang="zh-CN" altLang="en-US" sz="1050" b="1" i="1" u="sng" dirty="0">
                <a:latin typeface="等线" panose="02010600030101010101" pitchFamily="2" charset="-122"/>
                <a:ea typeface="等线" panose="02010600030101010101" pitchFamily="2" charset="-122"/>
              </a:rPr>
              <a:t>周</a:t>
            </a:r>
          </a:p>
        </p:txBody>
      </p:sp>
      <p:sp>
        <p:nvSpPr>
          <p:cNvPr id="29" name="矩形 28"/>
          <p:cNvSpPr/>
          <p:nvPr/>
        </p:nvSpPr>
        <p:spPr>
          <a:xfrm>
            <a:off x="5243656" y="4378978"/>
            <a:ext cx="1216800" cy="253916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zh-CN" sz="1050" b="1" i="1" u="sng" dirty="0">
                <a:latin typeface="等线" panose="02010600030101010101" pitchFamily="2" charset="-122"/>
                <a:ea typeface="等线" panose="02010600030101010101" pitchFamily="2" charset="-122"/>
              </a:rPr>
              <a:t>1</a:t>
            </a:r>
            <a:r>
              <a:rPr lang="zh-CN" altLang="en-US" sz="1050" b="1" i="1" u="sng" dirty="0">
                <a:latin typeface="等线" panose="02010600030101010101" pitchFamily="2" charset="-122"/>
                <a:ea typeface="等线" panose="02010600030101010101" pitchFamily="2" charset="-122"/>
              </a:rPr>
              <a:t>周</a:t>
            </a:r>
          </a:p>
        </p:txBody>
      </p:sp>
      <p:sp>
        <p:nvSpPr>
          <p:cNvPr id="30" name="矩形 29"/>
          <p:cNvSpPr/>
          <p:nvPr/>
        </p:nvSpPr>
        <p:spPr>
          <a:xfrm>
            <a:off x="6506738" y="4912799"/>
            <a:ext cx="1216800" cy="253916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zh-CN" sz="1050" b="1" i="1" u="sng" dirty="0">
                <a:latin typeface="等线" panose="02010600030101010101" pitchFamily="2" charset="-122"/>
                <a:ea typeface="等线" panose="02010600030101010101" pitchFamily="2" charset="-122"/>
              </a:rPr>
              <a:t>1</a:t>
            </a:r>
            <a:r>
              <a:rPr lang="zh-CN" altLang="en-US" sz="1050" b="1" i="1" u="sng" dirty="0">
                <a:latin typeface="等线" panose="02010600030101010101" pitchFamily="2" charset="-122"/>
                <a:ea typeface="等线" panose="02010600030101010101" pitchFamily="2" charset="-122"/>
              </a:rPr>
              <a:t>周</a:t>
            </a:r>
          </a:p>
        </p:txBody>
      </p:sp>
      <p:sp>
        <p:nvSpPr>
          <p:cNvPr id="52" name="文本框 51"/>
          <p:cNvSpPr txBox="1"/>
          <p:nvPr/>
        </p:nvSpPr>
        <p:spPr>
          <a:xfrm>
            <a:off x="2638643" y="2597966"/>
            <a:ext cx="1475436" cy="415498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>
              <a:defRPr sz="1050" b="1">
                <a:solidFill>
                  <a:schemeClr val="bg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</a:lstStyle>
          <a:p>
            <a:r>
              <a:rPr lang="en-US" altLang="zh-CN" dirty="0">
                <a:solidFill>
                  <a:schemeClr val="tx1"/>
                </a:solidFill>
                <a:highlight>
                  <a:srgbClr val="F1F2F4"/>
                </a:highlight>
              </a:rPr>
              <a:t>2.1</a:t>
            </a:r>
            <a:r>
              <a:rPr lang="zh-CN" altLang="en-US" dirty="0">
                <a:solidFill>
                  <a:schemeClr val="tx1"/>
                </a:solidFill>
                <a:highlight>
                  <a:srgbClr val="F1F2F4"/>
                </a:highlight>
              </a:rPr>
              <a:t>环控数据和生产数据盘点</a:t>
            </a:r>
          </a:p>
        </p:txBody>
      </p:sp>
      <p:sp>
        <p:nvSpPr>
          <p:cNvPr id="53" name="矩形 52"/>
          <p:cNvSpPr/>
          <p:nvPr/>
        </p:nvSpPr>
        <p:spPr>
          <a:xfrm>
            <a:off x="10297042" y="5927268"/>
            <a:ext cx="1349027" cy="25391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zh-CN" sz="1050" b="1" i="1" dirty="0">
                <a:latin typeface="等线" panose="02010600030101010101" pitchFamily="2" charset="-122"/>
                <a:ea typeface="等线" panose="02010600030101010101" pitchFamily="2" charset="-122"/>
              </a:rPr>
              <a:t>1</a:t>
            </a:r>
            <a:r>
              <a:rPr lang="zh-CN" altLang="en-US" sz="1050" b="1" i="1" dirty="0">
                <a:latin typeface="等线" panose="02010600030101010101" pitchFamily="2" charset="-122"/>
                <a:ea typeface="等线" panose="02010600030101010101" pitchFamily="2" charset="-122"/>
              </a:rPr>
              <a:t>周</a:t>
            </a:r>
          </a:p>
        </p:txBody>
      </p:sp>
      <p:sp>
        <p:nvSpPr>
          <p:cNvPr id="54" name="文本框 53"/>
          <p:cNvSpPr txBox="1"/>
          <p:nvPr/>
        </p:nvSpPr>
        <p:spPr>
          <a:xfrm>
            <a:off x="10095058" y="6152892"/>
            <a:ext cx="1752993" cy="2539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sz="1050" b="1" dirty="0">
                <a:highlight>
                  <a:srgbClr val="F1F2F4"/>
                </a:highlight>
                <a:latin typeface="等线" panose="02010600030101010101" pitchFamily="2" charset="-122"/>
                <a:ea typeface="等线" panose="02010600030101010101" pitchFamily="2" charset="-122"/>
              </a:rPr>
              <a:t>5.1</a:t>
            </a:r>
            <a:r>
              <a:rPr lang="zh-CN" altLang="en-US" sz="1050" b="1" dirty="0">
                <a:highlight>
                  <a:srgbClr val="F1F2F4"/>
                </a:highlight>
                <a:latin typeface="等线" panose="02010600030101010101" pitchFamily="2" charset="-122"/>
                <a:ea typeface="等线" panose="02010600030101010101" pitchFamily="2" charset="-122"/>
              </a:rPr>
              <a:t>报告交付和现场汇报</a:t>
            </a:r>
          </a:p>
        </p:txBody>
      </p:sp>
      <p:sp>
        <p:nvSpPr>
          <p:cNvPr id="56" name="文本框 55"/>
          <p:cNvSpPr txBox="1"/>
          <p:nvPr/>
        </p:nvSpPr>
        <p:spPr>
          <a:xfrm>
            <a:off x="3968224" y="2832674"/>
            <a:ext cx="2275096" cy="415498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>
              <a:defRPr sz="1050" b="1">
                <a:solidFill>
                  <a:schemeClr val="bg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</a:lstStyle>
          <a:p>
            <a:r>
              <a:rPr lang="en-US" altLang="zh-CN" dirty="0">
                <a:solidFill>
                  <a:schemeClr val="tx1"/>
                </a:solidFill>
                <a:highlight>
                  <a:srgbClr val="F1F2F4"/>
                </a:highlight>
              </a:rPr>
              <a:t>2.2</a:t>
            </a:r>
            <a:r>
              <a:rPr lang="zh-CN" altLang="en-US" dirty="0">
                <a:solidFill>
                  <a:schemeClr val="tx1"/>
                </a:solidFill>
                <a:highlight>
                  <a:srgbClr val="F1F2F4"/>
                </a:highlight>
              </a:rPr>
              <a:t>数据完整性、准确性、有效性、一致性、时效性检验</a:t>
            </a:r>
          </a:p>
        </p:txBody>
      </p:sp>
      <p:sp>
        <p:nvSpPr>
          <p:cNvPr id="63" name="文本框 62"/>
          <p:cNvSpPr txBox="1"/>
          <p:nvPr/>
        </p:nvSpPr>
        <p:spPr>
          <a:xfrm>
            <a:off x="3968224" y="3420745"/>
            <a:ext cx="1275524" cy="415498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>
              <a:defRPr sz="1050" b="1">
                <a:solidFill>
                  <a:schemeClr val="bg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</a:lstStyle>
          <a:p>
            <a:r>
              <a:rPr lang="en-US" altLang="zh-CN" dirty="0">
                <a:solidFill>
                  <a:schemeClr val="tx1"/>
                </a:solidFill>
                <a:highlight>
                  <a:srgbClr val="F1F2F4"/>
                </a:highlight>
              </a:rPr>
              <a:t>2.3</a:t>
            </a:r>
            <a:r>
              <a:rPr lang="zh-CN" altLang="en-US" dirty="0">
                <a:solidFill>
                  <a:schemeClr val="tx1"/>
                </a:solidFill>
                <a:highlight>
                  <a:srgbClr val="F1F2F4"/>
                </a:highlight>
              </a:rPr>
              <a:t>数据缺失率、极值、异常值检查</a:t>
            </a:r>
          </a:p>
        </p:txBody>
      </p:sp>
      <p:sp>
        <p:nvSpPr>
          <p:cNvPr id="64" name="文本框 63"/>
          <p:cNvSpPr txBox="1"/>
          <p:nvPr/>
        </p:nvSpPr>
        <p:spPr>
          <a:xfrm>
            <a:off x="5243656" y="4154744"/>
            <a:ext cx="1216799" cy="253916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>
              <a:defRPr sz="1050" b="1">
                <a:solidFill>
                  <a:schemeClr val="bg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</a:lstStyle>
          <a:p>
            <a:r>
              <a:rPr lang="en-US" altLang="zh-CN" dirty="0">
                <a:solidFill>
                  <a:schemeClr val="tx1"/>
                </a:solidFill>
                <a:highlight>
                  <a:srgbClr val="F1F2F4"/>
                </a:highlight>
              </a:rPr>
              <a:t>3.1</a:t>
            </a:r>
            <a:r>
              <a:rPr lang="zh-CN" altLang="en-US" dirty="0">
                <a:solidFill>
                  <a:schemeClr val="tx1"/>
                </a:solidFill>
                <a:highlight>
                  <a:srgbClr val="F1F2F4"/>
                </a:highlight>
              </a:rPr>
              <a:t>变量分布分析</a:t>
            </a:r>
          </a:p>
        </p:txBody>
      </p:sp>
      <p:sp>
        <p:nvSpPr>
          <p:cNvPr id="65" name="文本框 64"/>
          <p:cNvSpPr txBox="1"/>
          <p:nvPr/>
        </p:nvSpPr>
        <p:spPr>
          <a:xfrm>
            <a:off x="5171820" y="4603222"/>
            <a:ext cx="2507523" cy="253916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>
              <a:defRPr sz="1050" b="1">
                <a:solidFill>
                  <a:schemeClr val="bg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</a:lstStyle>
          <a:p>
            <a:r>
              <a:rPr lang="en-US" altLang="zh-CN" dirty="0">
                <a:solidFill>
                  <a:schemeClr val="tx1"/>
                </a:solidFill>
                <a:highlight>
                  <a:srgbClr val="F1F2F4"/>
                </a:highlight>
              </a:rPr>
              <a:t>3.2</a:t>
            </a:r>
            <a:r>
              <a:rPr lang="zh-CN" altLang="en-US" dirty="0">
                <a:solidFill>
                  <a:schemeClr val="tx1"/>
                </a:solidFill>
                <a:highlight>
                  <a:srgbClr val="F1F2F4"/>
                </a:highlight>
              </a:rPr>
              <a:t>变量趋势分析及异常模式探查</a:t>
            </a:r>
          </a:p>
        </p:txBody>
      </p:sp>
      <p:sp>
        <p:nvSpPr>
          <p:cNvPr id="66" name="文本框 65"/>
          <p:cNvSpPr txBox="1"/>
          <p:nvPr/>
        </p:nvSpPr>
        <p:spPr>
          <a:xfrm>
            <a:off x="6425581" y="5130637"/>
            <a:ext cx="1777695" cy="2539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050" b="1" dirty="0">
                <a:highlight>
                  <a:srgbClr val="F1F2F4"/>
                </a:highlight>
                <a:latin typeface="等线" panose="02010600030101010101" pitchFamily="2" charset="-122"/>
                <a:ea typeface="等线" panose="02010600030101010101" pitchFamily="2" charset="-122"/>
              </a:rPr>
              <a:t>4.1</a:t>
            </a:r>
            <a:r>
              <a:rPr lang="zh-CN" altLang="en-US" sz="1050" b="1" dirty="0">
                <a:highlight>
                  <a:srgbClr val="F1F2F4"/>
                </a:highlight>
                <a:latin typeface="等线" panose="02010600030101010101" pitchFamily="2" charset="-122"/>
                <a:ea typeface="等线" panose="02010600030101010101" pitchFamily="2" charset="-122"/>
              </a:rPr>
              <a:t>自变量间相关性探查</a:t>
            </a:r>
          </a:p>
        </p:txBody>
      </p:sp>
      <p:sp>
        <p:nvSpPr>
          <p:cNvPr id="48" name="文本框 47"/>
          <p:cNvSpPr txBox="1"/>
          <p:nvPr/>
        </p:nvSpPr>
        <p:spPr>
          <a:xfrm>
            <a:off x="2636350" y="1938224"/>
            <a:ext cx="1773722" cy="2539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050" b="1" dirty="0">
                <a:highlight>
                  <a:srgbClr val="F1F2F4"/>
                </a:highlight>
                <a:latin typeface="等线" panose="02010600030101010101" pitchFamily="2" charset="-122"/>
                <a:ea typeface="等线" panose="02010600030101010101" pitchFamily="2" charset="-122"/>
              </a:rPr>
              <a:t>1.2 </a:t>
            </a:r>
            <a:r>
              <a:rPr lang="zh-CN" altLang="en-US" sz="1050" b="1" dirty="0">
                <a:highlight>
                  <a:srgbClr val="F1F2F4"/>
                </a:highlight>
                <a:latin typeface="等线" panose="02010600030101010101" pitchFamily="2" charset="-122"/>
                <a:ea typeface="等线" panose="02010600030101010101" pitchFamily="2" charset="-122"/>
              </a:rPr>
              <a:t>分析环境搭建</a:t>
            </a:r>
          </a:p>
        </p:txBody>
      </p:sp>
      <p:sp>
        <p:nvSpPr>
          <p:cNvPr id="22" name="矩形 21"/>
          <p:cNvSpPr/>
          <p:nvPr/>
        </p:nvSpPr>
        <p:spPr bwMode="gray">
          <a:xfrm>
            <a:off x="1358469" y="3840667"/>
            <a:ext cx="10363182" cy="969279"/>
          </a:xfrm>
          <a:prstGeom prst="rect">
            <a:avLst/>
          </a:prstGeom>
          <a:noFill/>
          <a:ln w="3175" algn="ctr">
            <a:solidFill>
              <a:schemeClr val="tx2"/>
            </a:solidFill>
            <a:prstDash val="dash"/>
            <a:miter lim="800000"/>
          </a:ln>
        </p:spPr>
        <p:txBody>
          <a:bodyPr vert="horz" wrap="square" lIns="88900" tIns="45720" rIns="88900" bIns="88900" rtlCol="0" anchor="ctr" anchorCtr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 2" panose="05020102010507070707" pitchFamily="18" charset="2"/>
              <a:buNone/>
              <a:defRPr/>
            </a:pPr>
            <a:r>
              <a:rPr lang="zh-CN" altLang="en-US" sz="1000" b="1" dirty="0">
                <a:solidFill>
                  <a:srgbClr val="012036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现状分析</a:t>
            </a:r>
          </a:p>
        </p:txBody>
      </p:sp>
      <p:grpSp>
        <p:nvGrpSpPr>
          <p:cNvPr id="25" name="组合 24"/>
          <p:cNvGrpSpPr/>
          <p:nvPr/>
        </p:nvGrpSpPr>
        <p:grpSpPr>
          <a:xfrm>
            <a:off x="3512580" y="980093"/>
            <a:ext cx="848804" cy="442535"/>
            <a:chOff x="3224585" y="980599"/>
            <a:chExt cx="848804" cy="442535"/>
          </a:xfrm>
        </p:grpSpPr>
        <p:sp>
          <p:nvSpPr>
            <p:cNvPr id="42" name="Text Box 49"/>
            <p:cNvSpPr txBox="1">
              <a:spLocks noChangeArrowheads="1"/>
            </p:cNvSpPr>
            <p:nvPr/>
          </p:nvSpPr>
          <p:spPr bwMode="auto">
            <a:xfrm>
              <a:off x="3224585" y="980599"/>
              <a:ext cx="848804" cy="204671"/>
            </a:xfrm>
            <a:prstGeom prst="rect">
              <a:avLst/>
            </a:prstGeom>
            <a:noFill/>
            <a:ln w="12700" algn="ctr">
              <a:noFill/>
              <a:miter lim="800000"/>
            </a:ln>
          </p:spPr>
          <p:txBody>
            <a:bodyPr lIns="0" tIns="0" rIns="0" bIns="0" anchor="b" anchorCtr="0">
              <a:spAutoFit/>
            </a:bodyPr>
            <a:lstStyle/>
            <a:p>
              <a:pPr marL="0" marR="0" lvl="0" indent="0" algn="ctr" defTabSz="609600" rtl="0" eaLnBrk="1" fontAlgn="auto" latinLnBrk="0" hangingPunct="1">
                <a:lnSpc>
                  <a:spcPct val="95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lang="en-US" sz="1400" b="1" dirty="0">
                  <a:solidFill>
                    <a:srgbClr val="53565A"/>
                  </a:solidFill>
                  <a:latin typeface="Calibri" panose="020F0502020204030204"/>
                  <a:ea typeface="MS PGothic" panose="020B0600070205080204" charset="-128"/>
                </a:rPr>
                <a:t>W1</a:t>
              </a:r>
              <a:endPara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53565A"/>
                </a:solidFill>
                <a:effectLst/>
                <a:uLnTx/>
                <a:uFillTx/>
                <a:latin typeface="Calibri" panose="020F0502020204030204"/>
                <a:ea typeface="MS PGothic" panose="020B0600070205080204" charset="-128"/>
                <a:cs typeface="+mn-cs"/>
              </a:endParaRPr>
            </a:p>
          </p:txBody>
        </p:sp>
        <p:sp>
          <p:nvSpPr>
            <p:cNvPr id="47" name="Oval 61"/>
            <p:cNvSpPr>
              <a:spLocks noChangeArrowheads="1"/>
            </p:cNvSpPr>
            <p:nvPr/>
          </p:nvSpPr>
          <p:spPr bwMode="auto">
            <a:xfrm>
              <a:off x="3567418" y="1274544"/>
              <a:ext cx="163142" cy="148590"/>
            </a:xfrm>
            <a:prstGeom prst="ellipse">
              <a:avLst/>
            </a:prstGeom>
            <a:solidFill>
              <a:schemeClr val="accent1"/>
            </a:solidFill>
            <a:ln w="6350" algn="ctr">
              <a:solidFill>
                <a:schemeClr val="bg1"/>
              </a:solidFill>
              <a:round/>
            </a:ln>
          </p:spPr>
          <p:txBody>
            <a:bodyPr wrap="none" lIns="0" tIns="0" rIns="0" bIns="0" anchor="ctr"/>
            <a:lstStyle/>
            <a:p>
              <a:pPr marL="0" marR="0" lvl="0" indent="0" algn="ctr" defTabSz="6096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815" b="0" i="0" u="none" strike="noStrike" kern="1200" cap="none" spc="0" normalizeH="0" baseline="0" noProof="0" dirty="0">
                <a:ln>
                  <a:noFill/>
                </a:ln>
                <a:solidFill>
                  <a:srgbClr val="53565A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grpSp>
        <p:nvGrpSpPr>
          <p:cNvPr id="55" name="组合 54"/>
          <p:cNvGrpSpPr/>
          <p:nvPr/>
        </p:nvGrpSpPr>
        <p:grpSpPr>
          <a:xfrm>
            <a:off x="9821265" y="980093"/>
            <a:ext cx="848804" cy="442535"/>
            <a:chOff x="2362212" y="980599"/>
            <a:chExt cx="773093" cy="442535"/>
          </a:xfrm>
        </p:grpSpPr>
        <p:sp>
          <p:nvSpPr>
            <p:cNvPr id="85" name="Oval 62"/>
            <p:cNvSpPr>
              <a:spLocks noChangeArrowheads="1"/>
            </p:cNvSpPr>
            <p:nvPr/>
          </p:nvSpPr>
          <p:spPr bwMode="auto">
            <a:xfrm>
              <a:off x="2674464" y="1274544"/>
              <a:ext cx="148590" cy="148590"/>
            </a:xfrm>
            <a:prstGeom prst="ellipse">
              <a:avLst/>
            </a:prstGeom>
            <a:solidFill>
              <a:schemeClr val="accent1"/>
            </a:solidFill>
            <a:ln w="6350" algn="ctr">
              <a:solidFill>
                <a:schemeClr val="bg1"/>
              </a:solidFill>
              <a:round/>
            </a:ln>
          </p:spPr>
          <p:txBody>
            <a:bodyPr wrap="none" lIns="0" tIns="0" rIns="0" bIns="0" anchor="ctr"/>
            <a:lstStyle/>
            <a:p>
              <a:pPr marL="0" marR="0" lvl="0" indent="0" algn="ctr" defTabSz="6096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815" b="0" i="0" u="none" strike="noStrike" kern="1200" cap="none" spc="0" normalizeH="0" baseline="0" noProof="0" dirty="0">
                <a:ln>
                  <a:noFill/>
                </a:ln>
                <a:solidFill>
                  <a:srgbClr val="53565A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86" name="Text Box 49"/>
            <p:cNvSpPr txBox="1">
              <a:spLocks noChangeArrowheads="1"/>
            </p:cNvSpPr>
            <p:nvPr/>
          </p:nvSpPr>
          <p:spPr bwMode="auto">
            <a:xfrm>
              <a:off x="2362212" y="980599"/>
              <a:ext cx="773093" cy="204671"/>
            </a:xfrm>
            <a:prstGeom prst="rect">
              <a:avLst/>
            </a:prstGeom>
            <a:noFill/>
            <a:ln w="12700" algn="ctr">
              <a:noFill/>
              <a:miter lim="800000"/>
            </a:ln>
          </p:spPr>
          <p:txBody>
            <a:bodyPr lIns="0" tIns="0" rIns="0" bIns="0" anchor="b" anchorCtr="0">
              <a:spAutoFit/>
            </a:bodyPr>
            <a:lstStyle/>
            <a:p>
              <a:pPr marL="0" marR="0" lvl="0" indent="0" algn="ctr" defTabSz="609600" rtl="0" eaLnBrk="1" fontAlgn="auto" latinLnBrk="0" hangingPunct="1">
                <a:lnSpc>
                  <a:spcPct val="95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1400" b="1" i="0" u="none" strike="noStrike" kern="1200" cap="none" spc="0" normalizeH="0" baseline="0" noProof="0" dirty="0">
                  <a:ln>
                    <a:noFill/>
                  </a:ln>
                  <a:solidFill>
                    <a:srgbClr val="53565A"/>
                  </a:solidFill>
                  <a:effectLst/>
                  <a:uLnTx/>
                  <a:uFillTx/>
                  <a:latin typeface="Calibri" panose="020F0502020204030204"/>
                  <a:ea typeface="MS PGothic" panose="020B0600070205080204" charset="-128"/>
                  <a:cs typeface="+mn-cs"/>
                </a:rPr>
                <a:t>W6</a:t>
              </a:r>
              <a:endPara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53565A"/>
                </a:solidFill>
                <a:effectLst/>
                <a:uLnTx/>
                <a:uFillTx/>
                <a:latin typeface="Calibri" panose="020F0502020204030204"/>
                <a:ea typeface="MS PGothic" panose="020B0600070205080204" charset="-128"/>
                <a:cs typeface="+mn-cs"/>
              </a:endParaRPr>
            </a:p>
          </p:txBody>
        </p:sp>
      </p:grpSp>
      <p:sp>
        <p:nvSpPr>
          <p:cNvPr id="89" name="文本框 88"/>
          <p:cNvSpPr txBox="1"/>
          <p:nvPr/>
        </p:nvSpPr>
        <p:spPr>
          <a:xfrm>
            <a:off x="2636350" y="1735802"/>
            <a:ext cx="1571032" cy="2539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050" b="1" dirty="0">
                <a:highlight>
                  <a:srgbClr val="F1F2F4"/>
                </a:highlight>
                <a:latin typeface="等线" panose="02010600030101010101" pitchFamily="2" charset="-122"/>
                <a:ea typeface="等线" panose="02010600030101010101" pitchFamily="2" charset="-122"/>
              </a:rPr>
              <a:t>1.1</a:t>
            </a:r>
            <a:r>
              <a:rPr lang="zh-CN" altLang="en-US" sz="1050" b="1" dirty="0">
                <a:highlight>
                  <a:srgbClr val="F1F2F4"/>
                </a:highlight>
                <a:latin typeface="等线" panose="02010600030101010101" pitchFamily="2" charset="-122"/>
                <a:ea typeface="等线" panose="02010600030101010101" pitchFamily="2" charset="-122"/>
              </a:rPr>
              <a:t>需求确认及数据准备</a:t>
            </a:r>
          </a:p>
        </p:txBody>
      </p:sp>
      <p:sp>
        <p:nvSpPr>
          <p:cNvPr id="90" name="矩形 89"/>
          <p:cNvSpPr/>
          <p:nvPr/>
        </p:nvSpPr>
        <p:spPr>
          <a:xfrm>
            <a:off x="5243734" y="3293787"/>
            <a:ext cx="1216722" cy="253916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zh-CN" sz="1050" b="1" i="1" u="sng" dirty="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1</a:t>
            </a:r>
            <a:r>
              <a:rPr lang="zh-CN" altLang="en-US" sz="1050" b="1" i="1" u="sng" dirty="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周</a:t>
            </a:r>
          </a:p>
        </p:txBody>
      </p:sp>
      <p:sp>
        <p:nvSpPr>
          <p:cNvPr id="91" name="文本框 90"/>
          <p:cNvSpPr txBox="1"/>
          <p:nvPr/>
        </p:nvSpPr>
        <p:spPr>
          <a:xfrm>
            <a:off x="5202998" y="3549910"/>
            <a:ext cx="1464015" cy="253916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>
              <a:defRPr sz="1050" b="1">
                <a:solidFill>
                  <a:schemeClr val="bg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</a:lstStyle>
          <a:p>
            <a:r>
              <a:rPr lang="en-US" altLang="zh-CN" dirty="0">
                <a:solidFill>
                  <a:schemeClr val="tx1"/>
                </a:solidFill>
                <a:highlight>
                  <a:srgbClr val="F1F2F4"/>
                </a:highlight>
              </a:rPr>
              <a:t>2.4</a:t>
            </a:r>
            <a:r>
              <a:rPr lang="zh-CN" altLang="en-US" dirty="0">
                <a:solidFill>
                  <a:schemeClr val="tx1"/>
                </a:solidFill>
                <a:highlight>
                  <a:srgbClr val="F1F2F4"/>
                </a:highlight>
              </a:rPr>
              <a:t>数据质量检查报告</a:t>
            </a:r>
          </a:p>
        </p:txBody>
      </p:sp>
      <p:sp>
        <p:nvSpPr>
          <p:cNvPr id="92" name="矩形 91"/>
          <p:cNvSpPr/>
          <p:nvPr/>
        </p:nvSpPr>
        <p:spPr bwMode="gray">
          <a:xfrm>
            <a:off x="1358469" y="4890483"/>
            <a:ext cx="10363182" cy="969279"/>
          </a:xfrm>
          <a:prstGeom prst="rect">
            <a:avLst/>
          </a:prstGeom>
          <a:noFill/>
          <a:ln w="3175" algn="ctr">
            <a:solidFill>
              <a:schemeClr val="tx2"/>
            </a:solidFill>
            <a:prstDash val="dash"/>
            <a:miter lim="800000"/>
          </a:ln>
        </p:spPr>
        <p:txBody>
          <a:bodyPr vert="horz" wrap="square" lIns="88900" tIns="45720" rIns="88900" bIns="88900" rtlCol="0" anchor="ctr" anchorCtr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 2" panose="05020102010507070707" pitchFamily="18" charset="2"/>
              <a:buNone/>
              <a:defRPr/>
            </a:pPr>
            <a:r>
              <a:rPr lang="zh-CN" altLang="en-US" sz="1000" b="1" dirty="0">
                <a:solidFill>
                  <a:srgbClr val="012036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效应分析</a:t>
            </a:r>
          </a:p>
        </p:txBody>
      </p:sp>
      <p:sp>
        <p:nvSpPr>
          <p:cNvPr id="93" name="矩形 92"/>
          <p:cNvSpPr/>
          <p:nvPr/>
        </p:nvSpPr>
        <p:spPr>
          <a:xfrm>
            <a:off x="6508510" y="5365777"/>
            <a:ext cx="2447835" cy="253916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zh-CN" sz="1050" b="1" i="1" u="sng" dirty="0">
                <a:latin typeface="等线" panose="02010600030101010101" pitchFamily="2" charset="-122"/>
                <a:ea typeface="等线" panose="02010600030101010101" pitchFamily="2" charset="-122"/>
              </a:rPr>
              <a:t>2</a:t>
            </a:r>
            <a:r>
              <a:rPr lang="zh-CN" altLang="en-US" sz="1050" b="1" i="1" u="sng" dirty="0">
                <a:latin typeface="等线" panose="02010600030101010101" pitchFamily="2" charset="-122"/>
                <a:ea typeface="等线" panose="02010600030101010101" pitchFamily="2" charset="-122"/>
              </a:rPr>
              <a:t>周</a:t>
            </a:r>
          </a:p>
        </p:txBody>
      </p:sp>
      <p:sp>
        <p:nvSpPr>
          <p:cNvPr id="94" name="文本框 93"/>
          <p:cNvSpPr txBox="1"/>
          <p:nvPr/>
        </p:nvSpPr>
        <p:spPr>
          <a:xfrm>
            <a:off x="6425581" y="5583615"/>
            <a:ext cx="2718419" cy="2527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050" b="1" dirty="0">
                <a:highlight>
                  <a:srgbClr val="F1F2F4"/>
                </a:highlight>
                <a:latin typeface="等线" panose="02010600030101010101" pitchFamily="2" charset="-122"/>
                <a:ea typeface="等线" panose="02010600030101010101" pitchFamily="2" charset="-122"/>
              </a:rPr>
              <a:t>4.2</a:t>
            </a:r>
            <a:r>
              <a:rPr lang="zh-CN" altLang="en-US" sz="1050" b="1" dirty="0">
                <a:highlight>
                  <a:srgbClr val="F1F2F4"/>
                </a:highlight>
                <a:latin typeface="等线" panose="02010600030101010101" pitchFamily="2" charset="-122"/>
                <a:ea typeface="等线" panose="02010600030101010101" pitchFamily="2" charset="-122"/>
              </a:rPr>
              <a:t>自变量与目标变量之间影响效应分析</a:t>
            </a:r>
            <a:endParaRPr lang="zh-CN" altLang="en-US" sz="1050" i="1" dirty="0">
              <a:highlight>
                <a:srgbClr val="F1F2F4"/>
              </a:highlight>
              <a:latin typeface="等线" panose="02010600030101010101" pitchFamily="2" charset="-122"/>
              <a:ea typeface="等线" panose="02010600030101010101" pitchFamily="2" charset="-122"/>
            </a:endParaRPr>
          </a:p>
        </p:txBody>
      </p:sp>
      <p:sp>
        <p:nvSpPr>
          <p:cNvPr id="95" name="矩形 94"/>
          <p:cNvSpPr/>
          <p:nvPr/>
        </p:nvSpPr>
        <p:spPr>
          <a:xfrm>
            <a:off x="9036391" y="5367174"/>
            <a:ext cx="1216800" cy="253916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zh-CN" sz="1050" b="1" i="1" u="sng" dirty="0">
                <a:latin typeface="等线" panose="02010600030101010101" pitchFamily="2" charset="-122"/>
                <a:ea typeface="等线" panose="02010600030101010101" pitchFamily="2" charset="-122"/>
              </a:rPr>
              <a:t>1</a:t>
            </a:r>
            <a:r>
              <a:rPr lang="zh-CN" altLang="en-US" sz="1050" b="1" i="1" u="sng" dirty="0">
                <a:latin typeface="等线" panose="02010600030101010101" pitchFamily="2" charset="-122"/>
                <a:ea typeface="等线" panose="02010600030101010101" pitchFamily="2" charset="-122"/>
              </a:rPr>
              <a:t>周</a:t>
            </a:r>
          </a:p>
        </p:txBody>
      </p:sp>
      <p:sp>
        <p:nvSpPr>
          <p:cNvPr id="96" name="文本框 95"/>
          <p:cNvSpPr txBox="1"/>
          <p:nvPr/>
        </p:nvSpPr>
        <p:spPr>
          <a:xfrm>
            <a:off x="8955234" y="5585012"/>
            <a:ext cx="1777695" cy="2539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050" b="1" dirty="0">
                <a:highlight>
                  <a:srgbClr val="F1F2F4"/>
                </a:highlight>
                <a:latin typeface="等线" panose="02010600030101010101" pitchFamily="2" charset="-122"/>
                <a:ea typeface="等线" panose="02010600030101010101" pitchFamily="2" charset="-122"/>
              </a:rPr>
              <a:t>4.3</a:t>
            </a:r>
            <a:r>
              <a:rPr lang="zh-CN" altLang="en-US" sz="1050" b="1" dirty="0">
                <a:highlight>
                  <a:srgbClr val="F1F2F4"/>
                </a:highlight>
                <a:latin typeface="等线" panose="02010600030101010101" pitchFamily="2" charset="-122"/>
                <a:ea typeface="等线" panose="02010600030101010101" pitchFamily="2" charset="-122"/>
              </a:rPr>
              <a:t>影响效应分析结果解读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323CEBF6-F5D3-BC53-F5FD-4A16ECA9ACA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2226" y="957768"/>
            <a:ext cx="8082481" cy="861774"/>
          </a:xfrm>
        </p:spPr>
        <p:txBody>
          <a:bodyPr/>
          <a:lstStyle/>
          <a:p>
            <a:r>
              <a:rPr lang="zh-CN" altLang="en-US" sz="4400" dirty="0">
                <a:latin typeface="等线" panose="02010600030101010101" pitchFamily="2" charset="-122"/>
                <a:ea typeface="等线" panose="02010600030101010101" pitchFamily="2" charset="-122"/>
              </a:rPr>
              <a:t>目录</a:t>
            </a:r>
            <a:endParaRPr lang="en-US" sz="4400" dirty="0">
              <a:latin typeface="等线" panose="02010600030101010101" pitchFamily="2" charset="-122"/>
              <a:ea typeface="等线" panose="02010600030101010101" pitchFamily="2" charset="-122"/>
            </a:endParaRP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84D02FC-AB0A-E09A-CFCB-79E270DFCF26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792226" y="2105025"/>
            <a:ext cx="10628249" cy="3638550"/>
          </a:xfrm>
        </p:spPr>
        <p:txBody>
          <a:bodyPr/>
          <a:lstStyle/>
          <a:p>
            <a:pPr marL="514350" indent="-514350">
              <a:buClr>
                <a:schemeClr val="bg1"/>
              </a:buClr>
              <a:buFont typeface="+mj-lt"/>
              <a:buAutoNum type="arabicPeriod"/>
            </a:pPr>
            <a:r>
              <a:rPr lang="zh-CN" altLang="en-US" dirty="0">
                <a:latin typeface="等线" panose="02010600030101010101" pitchFamily="2" charset="-122"/>
                <a:ea typeface="等线" panose="02010600030101010101" pitchFamily="2" charset="-122"/>
              </a:rPr>
              <a:t>数据清洗与整合</a:t>
            </a:r>
            <a:endParaRPr lang="en-US" altLang="zh-CN" dirty="0">
              <a:latin typeface="等线" panose="02010600030101010101" pitchFamily="2" charset="-122"/>
              <a:ea typeface="等线" panose="02010600030101010101" pitchFamily="2" charset="-122"/>
            </a:endParaRPr>
          </a:p>
          <a:p>
            <a:pPr marL="514350" indent="-514350">
              <a:buClr>
                <a:schemeClr val="bg1"/>
              </a:buClr>
              <a:buFont typeface="+mj-lt"/>
              <a:buAutoNum type="arabicPeriod"/>
            </a:pPr>
            <a:r>
              <a:rPr lang="zh-CN" altLang="en-US" dirty="0">
                <a:latin typeface="等线" panose="02010600030101010101" pitchFamily="2" charset="-122"/>
                <a:ea typeface="等线" panose="02010600030101010101" pitchFamily="2" charset="-122"/>
              </a:rPr>
              <a:t>死淘相关分析</a:t>
            </a:r>
            <a:endParaRPr lang="en-US" altLang="zh-CN" dirty="0">
              <a:latin typeface="等线" panose="02010600030101010101" pitchFamily="2" charset="-122"/>
              <a:ea typeface="等线" panose="02010600030101010101" pitchFamily="2" charset="-122"/>
            </a:endParaRPr>
          </a:p>
          <a:p>
            <a:pPr marL="514350" indent="-514350">
              <a:buClr>
                <a:schemeClr val="bg1"/>
              </a:buClr>
              <a:buFont typeface="+mj-lt"/>
              <a:buAutoNum type="arabicPeriod"/>
            </a:pPr>
            <a:r>
              <a:rPr lang="en-US" altLang="zh-CN" dirty="0">
                <a:latin typeface="等线" panose="02010600030101010101" pitchFamily="2" charset="-122"/>
                <a:ea typeface="等线" panose="02010600030101010101" pitchFamily="2" charset="-122"/>
              </a:rPr>
              <a:t>EEF</a:t>
            </a:r>
            <a:r>
              <a:rPr lang="zh-CN" altLang="en-US" dirty="0">
                <a:latin typeface="等线" panose="02010600030101010101" pitchFamily="2" charset="-122"/>
                <a:ea typeface="等线" panose="02010600030101010101" pitchFamily="2" charset="-122"/>
              </a:rPr>
              <a:t>相关分析</a:t>
            </a:r>
            <a:endParaRPr lang="en-US" altLang="zh-CN" dirty="0">
              <a:latin typeface="等线" panose="02010600030101010101" pitchFamily="2" charset="-122"/>
              <a:ea typeface="等线" panose="02010600030101010101" pitchFamily="2" charset="-122"/>
            </a:endParaRPr>
          </a:p>
          <a:p>
            <a:pPr marL="514350" indent="-514350">
              <a:buClr>
                <a:schemeClr val="bg1"/>
              </a:buClr>
              <a:buFont typeface="+mj-lt"/>
              <a:buAutoNum type="arabicPeriod"/>
            </a:pPr>
            <a:r>
              <a:rPr lang="zh-CN" altLang="en-US" dirty="0">
                <a:latin typeface="等线" panose="02010600030101010101" pitchFamily="2" charset="-122"/>
                <a:ea typeface="等线" panose="02010600030101010101" pitchFamily="2" charset="-122"/>
              </a:rPr>
              <a:t>下周计划</a:t>
            </a:r>
            <a:endParaRPr lang="en-US" altLang="zh-CN" dirty="0">
              <a:latin typeface="等线" panose="02010600030101010101" pitchFamily="2" charset="-122"/>
              <a:ea typeface="等线" panose="02010600030101010101" pitchFamily="2" charset="-122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71008633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16="http://schemas.microsoft.com/office/drawing/2014/main" xmlns=""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E94BEA8-C0F7-9E9C-952C-C282FB797E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>
            <a:extLst>
              <a:ext uri="{FF2B5EF4-FFF2-40B4-BE49-F238E27FC236}">
                <a16:creationId xmlns:a16="http://schemas.microsoft.com/office/drawing/2014/main" id="{ED749DB9-B7AF-D595-8D22-56A20501B2F7}"/>
              </a:ext>
            </a:extLst>
          </p:cNvPr>
          <p:cNvSpPr txBox="1"/>
          <p:nvPr/>
        </p:nvSpPr>
        <p:spPr>
          <a:xfrm>
            <a:off x="339052" y="280917"/>
            <a:ext cx="11239200" cy="640800"/>
          </a:xfrm>
          <a:prstGeom prst="rect">
            <a:avLst/>
          </a:prstGeom>
        </p:spPr>
        <p:txBody>
          <a:bodyPr vert="horz" wrap="square" lIns="121920" tIns="60960" rIns="121920" bIns="60960" rtlCol="0" anchor="ctr" anchorCtr="0">
            <a:noAutofit/>
          </a:bodyPr>
          <a:lstStyle>
            <a:lvl1pPr algn="ctr" defTabSz="182880" rtl="0" eaLnBrk="1" latinLnBrk="0" hangingPunct="1">
              <a:spcBef>
                <a:spcPct val="0"/>
              </a:spcBef>
              <a:buNone/>
              <a:defRPr lang="en-US" sz="1500" b="1" kern="1200" cap="none" baseline="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18288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chemeClr val="accent5">
                    <a:lumMod val="75000"/>
                  </a:schemeClr>
                </a:solidFill>
                <a:effectLst/>
                <a:uLnTx/>
                <a:uFillTx/>
                <a:latin typeface="等线 Light" panose="02010600030101010101" pitchFamily="2" charset="-122"/>
                <a:ea typeface="等线 Light" panose="02010600030101010101" pitchFamily="2" charset="-122"/>
                <a:cs typeface="+mj-cs"/>
              </a:rPr>
              <a:t>数据清洗与整合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69DA01F5-9BC9-C360-805E-9856A373D2F4}"/>
              </a:ext>
            </a:extLst>
          </p:cNvPr>
          <p:cNvSpPr/>
          <p:nvPr/>
        </p:nvSpPr>
        <p:spPr>
          <a:xfrm>
            <a:off x="870769" y="1112749"/>
            <a:ext cx="4768031" cy="875569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zh-CN" altLang="en-US" sz="1800" dirty="0">
                <a:solidFill>
                  <a:schemeClr val="tx1"/>
                </a:solidFill>
              </a:rPr>
              <a:t>读取新增的</a:t>
            </a:r>
            <a:r>
              <a:rPr lang="en-US" altLang="zh-CN" sz="1800" dirty="0">
                <a:solidFill>
                  <a:schemeClr val="tx1"/>
                </a:solidFill>
              </a:rPr>
              <a:t>24.9-24.11</a:t>
            </a:r>
            <a:r>
              <a:rPr lang="zh-CN" altLang="en-US" sz="1800" dirty="0">
                <a:solidFill>
                  <a:schemeClr val="tx1"/>
                </a:solidFill>
              </a:rPr>
              <a:t>的环控数据与日报数据，并于第一批数据进行整合</a:t>
            </a:r>
            <a:endParaRPr lang="en-US" altLang="zh-CN" sz="1800" dirty="0">
              <a:solidFill>
                <a:schemeClr val="tx1"/>
              </a:solidFill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D0436550-4D45-8A2D-F657-2668246361E9}"/>
              </a:ext>
            </a:extLst>
          </p:cNvPr>
          <p:cNvSpPr txBox="1"/>
          <p:nvPr/>
        </p:nvSpPr>
        <p:spPr>
          <a:xfrm>
            <a:off x="488256" y="2016165"/>
            <a:ext cx="6071273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895350" lvl="1" indent="-285750">
              <a:buFont typeface="Arial" panose="020B0604020202020204" pitchFamily="34" charset="0"/>
              <a:buChar char="•"/>
            </a:pPr>
            <a:r>
              <a:rPr lang="zh-CN" altLang="en-US" sz="1600" dirty="0">
                <a:solidFill>
                  <a:schemeClr val="tx1"/>
                </a:solidFill>
              </a:rPr>
              <a:t>处理环控数据储存文件格式不一致问题</a:t>
            </a:r>
            <a:endParaRPr lang="en-US" altLang="zh-CN" sz="1600" dirty="0">
              <a:solidFill>
                <a:schemeClr val="tx1"/>
              </a:solidFill>
            </a:endParaRPr>
          </a:p>
          <a:p>
            <a:pPr marL="895350" lvl="1" indent="-285750">
              <a:buFont typeface="Arial" panose="020B0604020202020204" pitchFamily="34" charset="0"/>
              <a:buChar char="•"/>
            </a:pPr>
            <a:r>
              <a:rPr lang="zh-CN" altLang="en-US" sz="1600" dirty="0">
                <a:solidFill>
                  <a:schemeClr val="tx1"/>
                </a:solidFill>
              </a:rPr>
              <a:t>处理环控数据列名不一致问题</a:t>
            </a:r>
            <a:endParaRPr lang="en-US" altLang="zh-CN" sz="1600" dirty="0">
              <a:solidFill>
                <a:schemeClr val="tx1"/>
              </a:solidFill>
            </a:endParaRPr>
          </a:p>
          <a:p>
            <a:pPr marL="895350" lvl="1" indent="-285750">
              <a:buFont typeface="Arial" panose="020B0604020202020204" pitchFamily="34" charset="0"/>
              <a:buChar char="•"/>
            </a:pPr>
            <a:r>
              <a:rPr lang="zh-CN" altLang="en-US" sz="1600" dirty="0">
                <a:solidFill>
                  <a:schemeClr val="tx1"/>
                </a:solidFill>
              </a:rPr>
              <a:t>处理环控数据日龄异常问题</a:t>
            </a:r>
            <a:endParaRPr lang="en-US" altLang="zh-CN" sz="1600" dirty="0">
              <a:solidFill>
                <a:schemeClr val="tx1"/>
              </a:solidFill>
            </a:endParaRPr>
          </a:p>
          <a:p>
            <a:pPr marL="895350" lvl="1" indent="-285750">
              <a:buFont typeface="Arial" panose="020B0604020202020204" pitchFamily="34" charset="0"/>
              <a:buChar char="•"/>
            </a:pPr>
            <a:r>
              <a:rPr lang="zh-CN" altLang="en-US" sz="1600" dirty="0"/>
              <a:t>处理日报数据数据异常问题</a:t>
            </a:r>
            <a:endParaRPr lang="en-US" altLang="zh-CN" sz="1600" dirty="0"/>
          </a:p>
          <a:p>
            <a:pPr marL="895350" lvl="1" indent="-285750">
              <a:buFont typeface="Arial" panose="020B0604020202020204" pitchFamily="34" charset="0"/>
              <a:buChar char="•"/>
            </a:pPr>
            <a:r>
              <a:rPr lang="zh-CN" altLang="en-US" sz="1600" dirty="0">
                <a:solidFill>
                  <a:schemeClr val="tx1"/>
                </a:solidFill>
              </a:rPr>
              <a:t>处理日报数据与环控数据名称不一致</a:t>
            </a:r>
            <a:r>
              <a:rPr lang="zh-CN" altLang="en-US" sz="1600" dirty="0"/>
              <a:t>问题</a:t>
            </a:r>
            <a:endParaRPr lang="en-US" altLang="zh-CN" sz="1600" dirty="0">
              <a:solidFill>
                <a:schemeClr val="tx1"/>
              </a:solidFill>
            </a:endParaRPr>
          </a:p>
          <a:p>
            <a:pPr marL="895350" lvl="1" indent="-285750">
              <a:buFont typeface="Arial" panose="020B0604020202020204" pitchFamily="34" charset="0"/>
              <a:buChar char="•"/>
            </a:pPr>
            <a:r>
              <a:rPr lang="en-US" altLang="zh-CN" sz="1600" dirty="0"/>
              <a:t>…</a:t>
            </a:r>
            <a:r>
              <a:rPr lang="zh-CN" altLang="en-US" sz="1600" dirty="0">
                <a:solidFill>
                  <a:schemeClr val="tx1"/>
                </a:solidFill>
              </a:rPr>
              <a:t> </a:t>
            </a:r>
            <a:endParaRPr lang="en-US" altLang="zh-CN" sz="1600" dirty="0">
              <a:solidFill>
                <a:schemeClr val="tx1"/>
              </a:solidFill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311F4975-2BCE-C68E-4EAF-531C67768EF2}"/>
              </a:ext>
            </a:extLst>
          </p:cNvPr>
          <p:cNvSpPr/>
          <p:nvPr/>
        </p:nvSpPr>
        <p:spPr>
          <a:xfrm>
            <a:off x="756943" y="3761730"/>
            <a:ext cx="6606356" cy="168824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zh-CN" altLang="en-US" sz="1600" dirty="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环控数据按</a:t>
            </a:r>
            <a:r>
              <a:rPr lang="zh-CN" altLang="en-US" sz="1600" b="1" dirty="0">
                <a:solidFill>
                  <a:schemeClr val="accent1">
                    <a:lumMod val="50000"/>
                  </a:schemeClr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农场</a:t>
            </a:r>
            <a:r>
              <a:rPr lang="en-US" altLang="zh-CN" sz="1600" b="1" dirty="0">
                <a:solidFill>
                  <a:schemeClr val="accent1">
                    <a:lumMod val="50000"/>
                  </a:schemeClr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—</a:t>
            </a:r>
            <a:r>
              <a:rPr lang="zh-CN" altLang="en-US" sz="1600" b="1" dirty="0">
                <a:solidFill>
                  <a:schemeClr val="accent1">
                    <a:lumMod val="50000"/>
                  </a:schemeClr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批次</a:t>
            </a:r>
            <a:r>
              <a:rPr lang="en-US" altLang="zh-CN" sz="1600" b="1" dirty="0">
                <a:solidFill>
                  <a:schemeClr val="accent1">
                    <a:lumMod val="50000"/>
                  </a:schemeClr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—</a:t>
            </a:r>
            <a:r>
              <a:rPr lang="zh-CN" altLang="en-US" sz="1600" b="1" dirty="0">
                <a:solidFill>
                  <a:schemeClr val="accent1">
                    <a:lumMod val="50000"/>
                  </a:schemeClr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栋舍</a:t>
            </a:r>
            <a:r>
              <a:rPr lang="en-US" altLang="zh-CN" sz="1600" b="1" dirty="0">
                <a:solidFill>
                  <a:schemeClr val="accent1">
                    <a:lumMod val="50000"/>
                  </a:schemeClr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—</a:t>
            </a:r>
            <a:r>
              <a:rPr lang="zh-CN" altLang="en-US" sz="1600" b="1" dirty="0">
                <a:solidFill>
                  <a:schemeClr val="accent1">
                    <a:lumMod val="50000"/>
                  </a:schemeClr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日龄为主键聚合</a:t>
            </a:r>
            <a:r>
              <a:rPr lang="zh-CN" altLang="en-US" sz="1600" dirty="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，聚合到日龄维度，保留每个探头的每日平均温度、最低温度、最高温度。并取</a:t>
            </a:r>
            <a:r>
              <a:rPr lang="en-US" altLang="zh-CN" sz="1600" dirty="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6</a:t>
            </a:r>
            <a:r>
              <a:rPr lang="zh-CN" altLang="en-US" sz="1600" dirty="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个探头的平均温度、最低温度、最高温度作为最终的日平均温度，最低温度，最高温度。以此计算每日温差。</a:t>
            </a:r>
            <a:endParaRPr lang="en-US" altLang="zh-CN" sz="1600" dirty="0">
              <a:solidFill>
                <a:schemeClr val="tx1"/>
              </a:solidFill>
              <a:latin typeface="等线" panose="02010600030101010101" pitchFamily="2" charset="-122"/>
              <a:ea typeface="等线" panose="02010600030101010101" pitchFamily="2" charset="-122"/>
            </a:endParaRP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zh-CN" altLang="en-US" sz="1600" dirty="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计算每日龄不同时刻的温度变化率，取均值作为改日龄的温度变化率，以此得到平均温度变化率、最低温度变化率、最高温度变化率</a:t>
            </a:r>
            <a:endParaRPr lang="en-US" altLang="zh-CN" sz="1600" dirty="0">
              <a:solidFill>
                <a:schemeClr val="tx1"/>
              </a:solidFill>
              <a:latin typeface="等线" panose="02010600030101010101" pitchFamily="2" charset="-122"/>
              <a:ea typeface="等线" panose="02010600030101010101" pitchFamily="2" charset="-122"/>
            </a:endParaRP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42DDDE4E-B050-EDE2-B6E8-B2D0EEE5E3F3}"/>
              </a:ext>
            </a:extLst>
          </p:cNvPr>
          <p:cNvSpPr/>
          <p:nvPr/>
        </p:nvSpPr>
        <p:spPr>
          <a:xfrm>
            <a:off x="756943" y="5449976"/>
            <a:ext cx="6606356" cy="846581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zh-CN" altLang="en-US" sz="1600" dirty="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将各个日龄的温湿度相关数据打横，形成</a:t>
            </a:r>
            <a:r>
              <a:rPr lang="zh-CN" altLang="en-US" sz="1600" b="1" dirty="0">
                <a:solidFill>
                  <a:schemeClr val="accent1">
                    <a:lumMod val="50000"/>
                  </a:schemeClr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农场</a:t>
            </a:r>
            <a:r>
              <a:rPr lang="en-US" altLang="zh-CN" sz="1600" b="1" dirty="0">
                <a:solidFill>
                  <a:schemeClr val="accent1">
                    <a:lumMod val="50000"/>
                  </a:schemeClr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—</a:t>
            </a:r>
            <a:r>
              <a:rPr lang="zh-CN" altLang="en-US" sz="1600" b="1" dirty="0">
                <a:solidFill>
                  <a:schemeClr val="accent1">
                    <a:lumMod val="50000"/>
                  </a:schemeClr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批次</a:t>
            </a:r>
            <a:r>
              <a:rPr lang="en-US" altLang="zh-CN" sz="1600" b="1" dirty="0">
                <a:solidFill>
                  <a:schemeClr val="accent1">
                    <a:lumMod val="50000"/>
                  </a:schemeClr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—</a:t>
            </a:r>
            <a:r>
              <a:rPr lang="zh-CN" altLang="en-US" sz="1600" b="1" dirty="0">
                <a:solidFill>
                  <a:schemeClr val="accent1">
                    <a:lumMod val="50000"/>
                  </a:schemeClr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栋舍为主键的宽表与日报相关数据匹配，得到农场</a:t>
            </a:r>
            <a:r>
              <a:rPr lang="en-US" altLang="zh-CN" sz="1600" b="1" dirty="0">
                <a:solidFill>
                  <a:schemeClr val="accent1">
                    <a:lumMod val="50000"/>
                  </a:schemeClr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—</a:t>
            </a:r>
            <a:r>
              <a:rPr lang="zh-CN" altLang="en-US" sz="1600" b="1" dirty="0">
                <a:solidFill>
                  <a:schemeClr val="accent1">
                    <a:lumMod val="50000"/>
                  </a:schemeClr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批次</a:t>
            </a:r>
            <a:r>
              <a:rPr lang="en-US" altLang="zh-CN" sz="1600" b="1" dirty="0">
                <a:solidFill>
                  <a:schemeClr val="accent1">
                    <a:lumMod val="50000"/>
                  </a:schemeClr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—</a:t>
            </a:r>
            <a:r>
              <a:rPr lang="zh-CN" altLang="en-US" sz="1600" b="1" dirty="0">
                <a:solidFill>
                  <a:schemeClr val="accent1">
                    <a:lumMod val="50000"/>
                  </a:schemeClr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栋舍维度的数据表</a:t>
            </a:r>
            <a:endParaRPr lang="en-US" altLang="zh-CN" sz="1600" dirty="0">
              <a:solidFill>
                <a:schemeClr val="tx1"/>
              </a:solidFill>
              <a:latin typeface="等线" panose="02010600030101010101" pitchFamily="2" charset="-122"/>
              <a:ea typeface="等线" panose="02010600030101010101" pitchFamily="2" charset="-122"/>
            </a:endParaRPr>
          </a:p>
        </p:txBody>
      </p:sp>
      <p:pic>
        <p:nvPicPr>
          <p:cNvPr id="15" name="图片 14">
            <a:extLst>
              <a:ext uri="{FF2B5EF4-FFF2-40B4-BE49-F238E27FC236}">
                <a16:creationId xmlns:a16="http://schemas.microsoft.com/office/drawing/2014/main" id="{EA10D828-B066-7B8F-3184-70A6F512331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80259" y="1575925"/>
            <a:ext cx="4439364" cy="2943225"/>
          </a:xfrm>
          <a:prstGeom prst="rect">
            <a:avLst/>
          </a:prstGeom>
        </p:spPr>
      </p:pic>
      <p:sp>
        <p:nvSpPr>
          <p:cNvPr id="16" name="矩形 15">
            <a:extLst>
              <a:ext uri="{FF2B5EF4-FFF2-40B4-BE49-F238E27FC236}">
                <a16:creationId xmlns:a16="http://schemas.microsoft.com/office/drawing/2014/main" id="{C96BF56D-D0DB-1A47-4F36-20648CE6682F}"/>
              </a:ext>
            </a:extLst>
          </p:cNvPr>
          <p:cNvSpPr/>
          <p:nvPr/>
        </p:nvSpPr>
        <p:spPr>
          <a:xfrm>
            <a:off x="8131880" y="5011205"/>
            <a:ext cx="3136122" cy="127469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zh-CN" altLang="en-US" sz="1600" dirty="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发现问题：</a:t>
            </a:r>
            <a:endParaRPr lang="en-US" altLang="zh-CN" sz="1600" dirty="0">
              <a:solidFill>
                <a:schemeClr val="tx1"/>
              </a:solidFill>
              <a:latin typeface="等线" panose="02010600030101010101" pitchFamily="2" charset="-122"/>
              <a:ea typeface="等线" panose="02010600030101010101" pitchFamily="2" charset="-122"/>
            </a:endParaRPr>
          </a:p>
          <a:p>
            <a:pPr marL="895350" lvl="1" indent="-285750">
              <a:buFont typeface="Wingdings" panose="05000000000000000000" pitchFamily="2" charset="2"/>
              <a:buChar char="Ø"/>
            </a:pPr>
            <a:r>
              <a:rPr lang="zh-CN" altLang="en-US" sz="1600" dirty="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环控数据存在部分缺失和重复</a:t>
            </a:r>
            <a:endParaRPr lang="en-US" altLang="zh-CN" sz="1600" dirty="0">
              <a:solidFill>
                <a:schemeClr val="tx1"/>
              </a:solidFill>
              <a:latin typeface="等线" panose="02010600030101010101" pitchFamily="2" charset="-122"/>
              <a:ea typeface="等线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12485825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8A70202-4BF3-2015-5A6F-CAB28DC72A8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箭头: 五边形 7">
            <a:extLst>
              <a:ext uri="{FF2B5EF4-FFF2-40B4-BE49-F238E27FC236}">
                <a16:creationId xmlns:a16="http://schemas.microsoft.com/office/drawing/2014/main" id="{53B57754-EB67-1543-424E-A82158D49A87}"/>
              </a:ext>
            </a:extLst>
          </p:cNvPr>
          <p:cNvSpPr/>
          <p:nvPr/>
        </p:nvSpPr>
        <p:spPr>
          <a:xfrm>
            <a:off x="0" y="591378"/>
            <a:ext cx="8067675" cy="576475"/>
          </a:xfrm>
          <a:prstGeom prst="homePlate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000">
              <a:latin typeface="等线" panose="02010600030101010101" pitchFamily="2" charset="-122"/>
              <a:ea typeface="等线" panose="02010600030101010101" pitchFamily="2" charset="-122"/>
            </a:endParaRPr>
          </a:p>
        </p:txBody>
      </p:sp>
      <p:sp>
        <p:nvSpPr>
          <p:cNvPr id="4" name="标题 1">
            <a:extLst>
              <a:ext uri="{FF2B5EF4-FFF2-40B4-BE49-F238E27FC236}">
                <a16:creationId xmlns:a16="http://schemas.microsoft.com/office/drawing/2014/main" id="{56B1447B-612E-1B24-99A2-C7B20808815B}"/>
              </a:ext>
            </a:extLst>
          </p:cNvPr>
          <p:cNvSpPr txBox="1"/>
          <p:nvPr/>
        </p:nvSpPr>
        <p:spPr>
          <a:xfrm>
            <a:off x="313885" y="31758"/>
            <a:ext cx="3277040" cy="628110"/>
          </a:xfrm>
          <a:prstGeom prst="rect">
            <a:avLst/>
          </a:prstGeom>
        </p:spPr>
        <p:txBody>
          <a:bodyPr vert="horz" wrap="square" lIns="121920" tIns="60960" rIns="121920" bIns="60960" rtlCol="0" anchor="ctr" anchorCtr="0">
            <a:noAutofit/>
          </a:bodyPr>
          <a:lstStyle>
            <a:lvl1pPr algn="ctr" defTabSz="182880" rtl="0" eaLnBrk="1" latinLnBrk="0" hangingPunct="1">
              <a:spcBef>
                <a:spcPct val="0"/>
              </a:spcBef>
              <a:buNone/>
              <a:defRPr lang="en-US" sz="1500" b="1" kern="1200" cap="none" baseline="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18288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24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等线" panose="02010600030101010101" pitchFamily="2" charset="-122"/>
              <a:ea typeface="等线" panose="02010600030101010101" pitchFamily="2" charset="-122"/>
            </a:endParaRPr>
          </a:p>
        </p:txBody>
      </p:sp>
      <p:sp>
        <p:nvSpPr>
          <p:cNvPr id="2" name="标题 1">
            <a:extLst>
              <a:ext uri="{FF2B5EF4-FFF2-40B4-BE49-F238E27FC236}">
                <a16:creationId xmlns:a16="http://schemas.microsoft.com/office/drawing/2014/main" id="{D8661442-02AE-9CD8-3722-18762DD36811}"/>
              </a:ext>
            </a:extLst>
          </p:cNvPr>
          <p:cNvSpPr txBox="1"/>
          <p:nvPr/>
        </p:nvSpPr>
        <p:spPr>
          <a:xfrm>
            <a:off x="551901" y="559215"/>
            <a:ext cx="7249074" cy="640800"/>
          </a:xfrm>
          <a:prstGeom prst="rect">
            <a:avLst/>
          </a:prstGeom>
        </p:spPr>
        <p:txBody>
          <a:bodyPr vert="horz" wrap="square" lIns="121920" tIns="60960" rIns="121920" bIns="60960" rtlCol="0" anchor="ctr" anchorCtr="0">
            <a:noAutofit/>
          </a:bodyPr>
          <a:lstStyle>
            <a:lvl1pPr algn="ctr" defTabSz="182880" rtl="0" eaLnBrk="1" latinLnBrk="0" hangingPunct="1">
              <a:spcBef>
                <a:spcPct val="0"/>
              </a:spcBef>
              <a:buNone/>
              <a:defRPr lang="en-US" sz="1500" b="1" kern="1200" cap="none" baseline="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>
              <a:defRPr/>
            </a:pPr>
            <a:r>
              <a:rPr kumimoji="0" lang="zh-CN" altLang="en-US" sz="18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</a:rPr>
              <a:t>固定变量和温度数据对死淘率是否存在影响？</a:t>
            </a: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647C05EB-9AE9-9E6C-EF7E-5AE4712FA889}"/>
              </a:ext>
            </a:extLst>
          </p:cNvPr>
          <p:cNvSpPr/>
          <p:nvPr/>
        </p:nvSpPr>
        <p:spPr>
          <a:xfrm>
            <a:off x="492981" y="1249209"/>
            <a:ext cx="564032" cy="786613"/>
          </a:xfrm>
          <a:prstGeom prst="rect">
            <a:avLst/>
          </a:prstGeom>
          <a:pattFill prst="ltDnDiag">
            <a:fgClr>
              <a:schemeClr val="accent1">
                <a:lumMod val="20000"/>
                <a:lumOff val="80000"/>
              </a:schemeClr>
            </a:fgClr>
            <a:bgClr>
              <a:schemeClr val="bg1"/>
            </a:bgClr>
          </a:pattFill>
          <a:ln w="19050"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rIns="72000" rtlCol="0" anchor="ctr" anchorCtr="0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sz="1600" b="1" dirty="0">
                <a:solidFill>
                  <a:srgbClr val="33A3FF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探查方法</a:t>
            </a:r>
            <a:endParaRPr kumimoji="0" lang="zh-CN" altLang="en-US" sz="1600" b="1" i="0" u="none" strike="noStrike" kern="1200" cap="none" spc="0" normalizeH="0" baseline="0" noProof="0" dirty="0">
              <a:ln>
                <a:noFill/>
              </a:ln>
              <a:solidFill>
                <a:srgbClr val="33A3FF"/>
              </a:solidFill>
              <a:effectLst/>
              <a:uLnTx/>
              <a:uFillTx/>
              <a:latin typeface="等线" panose="02010600030101010101" pitchFamily="2" charset="-122"/>
              <a:ea typeface="等线" panose="02010600030101010101" pitchFamily="2" charset="-122"/>
            </a:endParaRPr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8BA0A74F-A2E1-B1E9-608A-18E584B909C1}"/>
              </a:ext>
            </a:extLst>
          </p:cNvPr>
          <p:cNvSpPr/>
          <p:nvPr/>
        </p:nvSpPr>
        <p:spPr>
          <a:xfrm>
            <a:off x="492981" y="1249209"/>
            <a:ext cx="11060104" cy="786613"/>
          </a:xfrm>
          <a:prstGeom prst="rect">
            <a:avLst/>
          </a:prstGeom>
          <a:noFill/>
          <a:ln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等线" panose="02010600030101010101" pitchFamily="2" charset="-122"/>
              <a:ea typeface="等线" panose="02010600030101010101" pitchFamily="2" charset="-122"/>
            </a:endParaRPr>
          </a:p>
        </p:txBody>
      </p:sp>
      <p:sp>
        <p:nvSpPr>
          <p:cNvPr id="14" name="标题 1">
            <a:extLst>
              <a:ext uri="{FF2B5EF4-FFF2-40B4-BE49-F238E27FC236}">
                <a16:creationId xmlns:a16="http://schemas.microsoft.com/office/drawing/2014/main" id="{2E6EC96E-8BE8-D526-EB03-70D090CEB0EF}"/>
              </a:ext>
            </a:extLst>
          </p:cNvPr>
          <p:cNvSpPr txBox="1"/>
          <p:nvPr/>
        </p:nvSpPr>
        <p:spPr>
          <a:xfrm>
            <a:off x="1057013" y="1339235"/>
            <a:ext cx="10642006" cy="690076"/>
          </a:xfrm>
          <a:prstGeom prst="rect">
            <a:avLst/>
          </a:prstGeom>
        </p:spPr>
        <p:txBody>
          <a:bodyPr vert="horz" wrap="square" lIns="121920" tIns="60960" rIns="121920" bIns="60960" rtlCol="0" anchor="ctr" anchorCtr="0">
            <a:noAutofit/>
          </a:bodyPr>
          <a:lstStyle>
            <a:lvl1pPr algn="ctr" defTabSz="182880" rtl="0" eaLnBrk="1" latinLnBrk="0" hangingPunct="1">
              <a:spcBef>
                <a:spcPct val="0"/>
              </a:spcBef>
              <a:buNone/>
              <a:defRPr lang="en-US" sz="1500" b="1" kern="1200" cap="none" baseline="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>
              <a:defRPr/>
            </a:pP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</a:rPr>
              <a:t>数据处理：</a:t>
            </a:r>
            <a:r>
              <a:rPr lang="zh-CN" altLang="zh-CN" sz="1400" kern="1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根据入雏日期划分月份，按每个月</a:t>
            </a:r>
            <a:r>
              <a:rPr lang="en-US" altLang="zh-CN" sz="1400" kern="1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85%</a:t>
            </a:r>
            <a:r>
              <a:rPr lang="zh-CN" altLang="zh-CN" sz="1400" kern="1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分位数划分正负样本，以</a:t>
            </a:r>
            <a:r>
              <a:rPr lang="en-US" altLang="zh-CN" sz="1400" kern="1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9</a:t>
            </a:r>
            <a:r>
              <a:rPr lang="zh-CN" altLang="zh-CN" sz="1400" kern="1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月到来年</a:t>
            </a:r>
            <a:r>
              <a:rPr lang="en-US" altLang="zh-CN" sz="1400" kern="1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1</a:t>
            </a:r>
            <a:r>
              <a:rPr lang="zh-CN" altLang="zh-CN" sz="1400" kern="1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月的样本作为训练集，以</a:t>
            </a:r>
            <a:r>
              <a:rPr lang="en-US" altLang="zh-CN" sz="1400" kern="1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2</a:t>
            </a:r>
            <a:r>
              <a:rPr lang="zh-CN" altLang="zh-CN" sz="1400" kern="1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，</a:t>
            </a:r>
            <a:r>
              <a:rPr lang="en-US" altLang="zh-CN" sz="1400" kern="1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3</a:t>
            </a:r>
            <a:r>
              <a:rPr lang="zh-CN" altLang="zh-CN" sz="1400" kern="1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月的样本作为跨期验证</a:t>
            </a:r>
            <a:r>
              <a:rPr lang="zh-CN" altLang="en-US" sz="1400" kern="1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。并加工另一目标变量：</a:t>
            </a:r>
            <a:r>
              <a:rPr lang="en-US" altLang="zh-CN" sz="1400" kern="1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21</a:t>
            </a:r>
            <a:r>
              <a:rPr lang="zh-CN" altLang="en-US" sz="1400" kern="1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日龄后死淘</a:t>
            </a:r>
            <a:endParaRPr lang="en-US" altLang="zh-CN" sz="1400" kern="100" dirty="0">
              <a:effectLst/>
              <a:latin typeface="等线" panose="02010600030101010101" pitchFamily="2" charset="-122"/>
              <a:ea typeface="等线" panose="02010600030101010101" pitchFamily="2" charset="-122"/>
              <a:cs typeface="Times New Roman" panose="02020603050405020304" pitchFamily="18" charset="0"/>
            </a:endParaRPr>
          </a:p>
          <a:p>
            <a:pPr marL="0" marR="0" lvl="0" indent="0" algn="l" defTabSz="182880" rtl="0" eaLnBrk="1" fontAlgn="auto" latinLnBrk="0" hangingPunct="1"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1400" b="0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运用模型：</a:t>
            </a:r>
            <a:r>
              <a:rPr lang="zh-CN" altLang="en-US" sz="1600" dirty="0">
                <a:solidFill>
                  <a:schemeClr val="accent4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二分类模型构建</a:t>
            </a:r>
            <a:endParaRPr kumimoji="0" lang="en-US" altLang="zh-CN" sz="1400" i="0" u="none" strike="noStrike" kern="1200" cap="none" spc="0" normalizeH="0" baseline="0" noProof="0" dirty="0">
              <a:ln>
                <a:noFill/>
              </a:ln>
              <a:solidFill>
                <a:schemeClr val="accent4"/>
              </a:solidFill>
              <a:effectLst/>
              <a:uLnTx/>
              <a:uFillTx/>
              <a:latin typeface="等线" panose="02010600030101010101" pitchFamily="2" charset="-122"/>
              <a:ea typeface="等线" panose="02010600030101010101" pitchFamily="2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873DF275-12E9-B627-035D-7DB8DDB66545}"/>
              </a:ext>
            </a:extLst>
          </p:cNvPr>
          <p:cNvSpPr txBox="1"/>
          <p:nvPr/>
        </p:nvSpPr>
        <p:spPr>
          <a:xfrm>
            <a:off x="1323438" y="2847524"/>
            <a:ext cx="2191012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zh-CN" altLang="en-US" sz="1600" kern="100" dirty="0"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入雏日期划分月份</a:t>
            </a:r>
            <a:endParaRPr lang="zh-CN" altLang="zh-CN" sz="1600" kern="100" dirty="0">
              <a:effectLst/>
              <a:latin typeface="等线" panose="02010600030101010101" pitchFamily="2" charset="-122"/>
              <a:ea typeface="等线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21" name="标题 1">
            <a:extLst>
              <a:ext uri="{FF2B5EF4-FFF2-40B4-BE49-F238E27FC236}">
                <a16:creationId xmlns:a16="http://schemas.microsoft.com/office/drawing/2014/main" id="{06F084B5-E5D8-7921-5966-51D0BD86121D}"/>
              </a:ext>
            </a:extLst>
          </p:cNvPr>
          <p:cNvSpPr txBox="1"/>
          <p:nvPr/>
        </p:nvSpPr>
        <p:spPr>
          <a:xfrm>
            <a:off x="98783" y="-30126"/>
            <a:ext cx="11239200" cy="640800"/>
          </a:xfrm>
          <a:prstGeom prst="rect">
            <a:avLst/>
          </a:prstGeom>
        </p:spPr>
        <p:txBody>
          <a:bodyPr vert="horz" wrap="square" lIns="121920" tIns="60960" rIns="121920" bIns="60960" rtlCol="0" anchor="ctr" anchorCtr="0">
            <a:noAutofit/>
          </a:bodyPr>
          <a:lstStyle>
            <a:lvl1pPr algn="ctr" defTabSz="182880" rtl="0" eaLnBrk="1" latinLnBrk="0" hangingPunct="1">
              <a:spcBef>
                <a:spcPct val="0"/>
              </a:spcBef>
              <a:buNone/>
              <a:defRPr lang="en-US" sz="1500" b="1" kern="1200" cap="none" baseline="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18288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chemeClr val="accent5">
                    <a:lumMod val="75000"/>
                  </a:schemeClr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</a:rPr>
              <a:t>死淘分析</a:t>
            </a: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FCDCEB00-1D13-578A-3DA6-190ABE7729D9}"/>
              </a:ext>
            </a:extLst>
          </p:cNvPr>
          <p:cNvSpPr txBox="1"/>
          <p:nvPr/>
        </p:nvSpPr>
        <p:spPr>
          <a:xfrm>
            <a:off x="1290375" y="3728707"/>
            <a:ext cx="2743462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zh-CN" altLang="en-US" sz="1600" kern="1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去除缺失率大于</a:t>
            </a:r>
            <a:r>
              <a:rPr lang="en-US" altLang="zh-CN" sz="1600" kern="100" dirty="0"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70%</a:t>
            </a:r>
            <a:r>
              <a:rPr lang="zh-CN" altLang="en-US" sz="1600" kern="100" dirty="0"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的变量</a:t>
            </a:r>
            <a:endParaRPr lang="zh-CN" altLang="zh-CN" sz="1600" kern="100" dirty="0">
              <a:effectLst/>
              <a:latin typeface="等线" panose="02010600030101010101" pitchFamily="2" charset="-122"/>
              <a:ea typeface="等线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435E4DC0-126B-E791-9753-C9DA60A952B5}"/>
              </a:ext>
            </a:extLst>
          </p:cNvPr>
          <p:cNvSpPr txBox="1"/>
          <p:nvPr/>
        </p:nvSpPr>
        <p:spPr>
          <a:xfrm>
            <a:off x="1290375" y="4097160"/>
            <a:ext cx="2743462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zh-CN" altLang="en-US" sz="1600" kern="1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去除共线性超过</a:t>
            </a:r>
            <a:r>
              <a:rPr lang="en-US" altLang="zh-CN" sz="1600" kern="1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0.8</a:t>
            </a:r>
            <a:r>
              <a:rPr lang="zh-CN" altLang="en-US" sz="1600" kern="1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的变量</a:t>
            </a:r>
            <a:endParaRPr lang="zh-CN" altLang="zh-CN" sz="1600" kern="100" dirty="0">
              <a:effectLst/>
              <a:latin typeface="等线" panose="02010600030101010101" pitchFamily="2" charset="-122"/>
              <a:ea typeface="等线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B69A7202-AF8F-7D4B-A35D-AE2C0ABAE0A2}"/>
              </a:ext>
            </a:extLst>
          </p:cNvPr>
          <p:cNvSpPr txBox="1"/>
          <p:nvPr/>
        </p:nvSpPr>
        <p:spPr>
          <a:xfrm>
            <a:off x="1323438" y="4759083"/>
            <a:ext cx="2743462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zh-CN" altLang="en-US" sz="1600" kern="1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处理</a:t>
            </a:r>
            <a:r>
              <a:rPr lang="en-US" altLang="zh-CN" sz="1600" kern="1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inf</a:t>
            </a:r>
            <a:r>
              <a:rPr lang="zh-CN" altLang="en-US" sz="1600" kern="1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等无穷大数据</a:t>
            </a:r>
            <a:endParaRPr lang="zh-CN" altLang="zh-CN" sz="1600" kern="100" dirty="0">
              <a:effectLst/>
              <a:latin typeface="等线" panose="02010600030101010101" pitchFamily="2" charset="-122"/>
              <a:ea typeface="等线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DAF9A8E8-BDCB-1D9A-6D46-63302169F0D7}"/>
              </a:ext>
            </a:extLst>
          </p:cNvPr>
          <p:cNvSpPr txBox="1"/>
          <p:nvPr/>
        </p:nvSpPr>
        <p:spPr>
          <a:xfrm>
            <a:off x="1323437" y="5450066"/>
            <a:ext cx="3986749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zh-CN" altLang="en-US" sz="1600" kern="100" dirty="0"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计算正负样本，划分训练数据和跨期验证数据</a:t>
            </a:r>
            <a:endParaRPr lang="zh-CN" altLang="zh-CN" sz="1600" kern="100" dirty="0">
              <a:effectLst/>
              <a:latin typeface="等线" panose="02010600030101010101" pitchFamily="2" charset="-122"/>
              <a:ea typeface="等线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id="{DEC6EFC6-056B-89F8-2D69-416E079FBB07}"/>
              </a:ext>
            </a:extLst>
          </p:cNvPr>
          <p:cNvSpPr txBox="1"/>
          <p:nvPr/>
        </p:nvSpPr>
        <p:spPr>
          <a:xfrm>
            <a:off x="3623988" y="2083733"/>
            <a:ext cx="3986749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zh-CN" altLang="en-US" sz="1600" kern="100" dirty="0"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建模流程</a:t>
            </a:r>
            <a:endParaRPr lang="zh-CN" altLang="zh-CN" sz="1600" kern="100" dirty="0">
              <a:effectLst/>
              <a:latin typeface="等线" panose="02010600030101010101" pitchFamily="2" charset="-122"/>
              <a:ea typeface="等线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C2A4A166-2C2F-ED6B-2BA1-94887F2B875E}"/>
              </a:ext>
            </a:extLst>
          </p:cNvPr>
          <p:cNvSpPr txBox="1"/>
          <p:nvPr/>
        </p:nvSpPr>
        <p:spPr>
          <a:xfrm>
            <a:off x="1290375" y="3207001"/>
            <a:ext cx="3276862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zh-CN" altLang="en-US" sz="1600" kern="1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去除与死淘率互相影响的变量</a:t>
            </a:r>
            <a:endParaRPr lang="zh-CN" altLang="zh-CN" sz="1600" kern="100" dirty="0">
              <a:effectLst/>
              <a:latin typeface="等线" panose="02010600030101010101" pitchFamily="2" charset="-122"/>
              <a:ea typeface="等线" panose="02010600030101010101" pitchFamily="2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0716038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00D3F58-FBA0-5890-E017-0F64302C6A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箭头: 五边形 7">
            <a:extLst>
              <a:ext uri="{FF2B5EF4-FFF2-40B4-BE49-F238E27FC236}">
                <a16:creationId xmlns:a16="http://schemas.microsoft.com/office/drawing/2014/main" id="{241ECC46-522F-F7FD-BAC3-0D9D652D5EB7}"/>
              </a:ext>
            </a:extLst>
          </p:cNvPr>
          <p:cNvSpPr/>
          <p:nvPr/>
        </p:nvSpPr>
        <p:spPr>
          <a:xfrm>
            <a:off x="0" y="864476"/>
            <a:ext cx="7592037" cy="576475"/>
          </a:xfrm>
          <a:prstGeom prst="homePlate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等线" panose="02010600030101010101" pitchFamily="2" charset="-122"/>
              <a:ea typeface="等线" panose="02010600030101010101" pitchFamily="2" charset="-122"/>
            </a:endParaRPr>
          </a:p>
        </p:txBody>
      </p:sp>
      <p:sp>
        <p:nvSpPr>
          <p:cNvPr id="4" name="标题 1">
            <a:extLst>
              <a:ext uri="{FF2B5EF4-FFF2-40B4-BE49-F238E27FC236}">
                <a16:creationId xmlns:a16="http://schemas.microsoft.com/office/drawing/2014/main" id="{5853EC75-9F03-0F26-BE76-066836FDB224}"/>
              </a:ext>
            </a:extLst>
          </p:cNvPr>
          <p:cNvSpPr txBox="1"/>
          <p:nvPr/>
        </p:nvSpPr>
        <p:spPr>
          <a:xfrm>
            <a:off x="313885" y="216182"/>
            <a:ext cx="11239200" cy="640800"/>
          </a:xfrm>
          <a:prstGeom prst="rect">
            <a:avLst/>
          </a:prstGeom>
        </p:spPr>
        <p:txBody>
          <a:bodyPr vert="horz" wrap="square" lIns="121920" tIns="60960" rIns="121920" bIns="60960" rtlCol="0" anchor="ctr" anchorCtr="0">
            <a:noAutofit/>
          </a:bodyPr>
          <a:lstStyle>
            <a:lvl1pPr algn="ctr" defTabSz="182880" rtl="0" eaLnBrk="1" latinLnBrk="0" hangingPunct="1">
              <a:spcBef>
                <a:spcPct val="0"/>
              </a:spcBef>
              <a:buNone/>
              <a:defRPr lang="en-US" sz="1500" b="1" kern="1200" cap="none" baseline="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18288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24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等线" panose="02010600030101010101" pitchFamily="2" charset="-122"/>
              <a:ea typeface="等线" panose="02010600030101010101" pitchFamily="2" charset="-122"/>
            </a:endParaRPr>
          </a:p>
        </p:txBody>
      </p:sp>
      <p:sp>
        <p:nvSpPr>
          <p:cNvPr id="2" name="标题 1">
            <a:extLst>
              <a:ext uri="{FF2B5EF4-FFF2-40B4-BE49-F238E27FC236}">
                <a16:creationId xmlns:a16="http://schemas.microsoft.com/office/drawing/2014/main" id="{D6514734-1069-88B2-2F78-BCB1D5306C5C}"/>
              </a:ext>
            </a:extLst>
          </p:cNvPr>
          <p:cNvSpPr txBox="1"/>
          <p:nvPr/>
        </p:nvSpPr>
        <p:spPr>
          <a:xfrm>
            <a:off x="551901" y="832313"/>
            <a:ext cx="6528407" cy="640800"/>
          </a:xfrm>
          <a:prstGeom prst="rect">
            <a:avLst/>
          </a:prstGeom>
        </p:spPr>
        <p:txBody>
          <a:bodyPr vert="horz" wrap="square" lIns="121920" tIns="60960" rIns="121920" bIns="60960" rtlCol="0" anchor="ctr" anchorCtr="0">
            <a:noAutofit/>
          </a:bodyPr>
          <a:lstStyle>
            <a:lvl1pPr algn="ctr" defTabSz="182880" rtl="0" eaLnBrk="1" latinLnBrk="0" hangingPunct="1">
              <a:spcBef>
                <a:spcPct val="0"/>
              </a:spcBef>
              <a:buNone/>
              <a:defRPr lang="en-US" sz="1500" b="1" kern="1200" cap="none" baseline="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18288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</a:rPr>
              <a:t>EEF</a:t>
            </a:r>
            <a:r>
              <a:rPr kumimoji="0" lang="zh-CN" altLang="en-US" sz="20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</a:rPr>
              <a:t>前</a:t>
            </a:r>
            <a:r>
              <a:rPr kumimoji="0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</a:rPr>
              <a:t>20%</a:t>
            </a:r>
            <a:r>
              <a:rPr kumimoji="0" lang="zh-CN" altLang="en-US" sz="20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</a:rPr>
              <a:t>的温度曲线</a:t>
            </a:r>
          </a:p>
        </p:txBody>
      </p:sp>
      <p:sp>
        <p:nvSpPr>
          <p:cNvPr id="3" name="标题 1">
            <a:extLst>
              <a:ext uri="{FF2B5EF4-FFF2-40B4-BE49-F238E27FC236}">
                <a16:creationId xmlns:a16="http://schemas.microsoft.com/office/drawing/2014/main" id="{FBE72D52-DCE8-544C-411C-4431D98238CD}"/>
              </a:ext>
            </a:extLst>
          </p:cNvPr>
          <p:cNvSpPr txBox="1"/>
          <p:nvPr/>
        </p:nvSpPr>
        <p:spPr>
          <a:xfrm>
            <a:off x="971850" y="1859873"/>
            <a:ext cx="10581235" cy="1211410"/>
          </a:xfrm>
          <a:prstGeom prst="rect">
            <a:avLst/>
          </a:prstGeom>
        </p:spPr>
        <p:txBody>
          <a:bodyPr vert="horz" wrap="square" lIns="121920" tIns="60960" rIns="121920" bIns="60960" rtlCol="0" anchor="ctr" anchorCtr="0">
            <a:noAutofit/>
          </a:bodyPr>
          <a:lstStyle>
            <a:lvl1pPr algn="ctr" defTabSz="182880" rtl="0" eaLnBrk="1" latinLnBrk="0" hangingPunct="1">
              <a:spcBef>
                <a:spcPct val="0"/>
              </a:spcBef>
              <a:buNone/>
              <a:defRPr lang="en-US" sz="1500" b="1" kern="1200" cap="none" baseline="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182880" rtl="0" eaLnBrk="1" fontAlgn="auto" latinLnBrk="0" hangingPunct="1">
              <a:lnSpc>
                <a:spcPct val="15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60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</a:rPr>
              <a:t>数据处理：</a:t>
            </a:r>
            <a:r>
              <a:rPr lang="zh-CN" altLang="en-US" sz="1600" b="0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取每月</a:t>
            </a:r>
            <a:r>
              <a:rPr lang="en-US" altLang="zh-CN" sz="1600" b="0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EEF</a:t>
            </a:r>
            <a:r>
              <a:rPr lang="zh-CN" altLang="en-US" sz="1600" b="0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排名前</a:t>
            </a:r>
            <a:r>
              <a:rPr lang="en-US" altLang="zh-CN" sz="1600" b="0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20%</a:t>
            </a:r>
            <a:r>
              <a:rPr lang="zh-CN" altLang="en-US" sz="1600" b="0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的栋舍记为高效群，后</a:t>
            </a:r>
            <a:r>
              <a:rPr lang="en-US" altLang="zh-CN" sz="1600" b="0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20%</a:t>
            </a:r>
            <a:r>
              <a:rPr lang="zh-CN" altLang="en-US" sz="1600" b="0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为低效群。高效群平均</a:t>
            </a:r>
            <a:r>
              <a:rPr lang="en-US" altLang="zh-CN" sz="1600" b="0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EEF</a:t>
            </a:r>
            <a:r>
              <a:rPr lang="zh-CN" altLang="en-US" sz="1600" b="0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为</a:t>
            </a:r>
            <a:r>
              <a:rPr lang="en-US" altLang="zh-CN" sz="1600" b="0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418</a:t>
            </a:r>
            <a:r>
              <a:rPr lang="zh-CN" altLang="en-US" sz="1600" b="0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，低效群平均</a:t>
            </a:r>
            <a:r>
              <a:rPr lang="en-US" altLang="zh-CN" sz="1600" b="0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EEF</a:t>
            </a:r>
            <a:r>
              <a:rPr lang="zh-CN" altLang="en-US" sz="1600" b="0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为</a:t>
            </a:r>
            <a:r>
              <a:rPr lang="en-US" altLang="zh-CN" sz="1600" b="0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302</a:t>
            </a:r>
          </a:p>
          <a:p>
            <a:pPr marL="0" marR="0" lvl="0" indent="0" algn="l" defTabSz="182880" rtl="0" eaLnBrk="1" fontAlgn="auto" latinLnBrk="0" hangingPunct="1">
              <a:lnSpc>
                <a:spcPct val="15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1600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字段含义：</a:t>
            </a:r>
            <a:r>
              <a:rPr lang="zh-CN" altLang="en-US" sz="1600" b="0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先取五个探头每个时刻的最高温度、最低温度、平均温度，在每个时刻五个探头平均温度的基础上，取该日龄的最高平均温度，最低平均温度，平均平均温度得到</a:t>
            </a:r>
            <a:r>
              <a:rPr lang="zh-CN" altLang="en-US" sz="1600" dirty="0">
                <a:latin typeface="等线" panose="02010600030101010101" pitchFamily="2" charset="-122"/>
                <a:ea typeface="等线" panose="02010600030101010101" pitchFamily="2" charset="-122"/>
              </a:rPr>
              <a:t>左边</a:t>
            </a:r>
            <a:r>
              <a:rPr lang="zh-CN" altLang="en-US" sz="1600" b="0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图像中的最低温度、最高温度、平均温度。取五个探头每个日龄的平均温度作为</a:t>
            </a:r>
            <a:r>
              <a:rPr lang="zh-CN" altLang="en-US" sz="1600" dirty="0">
                <a:latin typeface="等线" panose="02010600030101010101" pitchFamily="2" charset="-122"/>
                <a:ea typeface="等线" panose="02010600030101010101" pitchFamily="2" charset="-122"/>
              </a:rPr>
              <a:t>右图</a:t>
            </a:r>
            <a:r>
              <a:rPr lang="zh-CN" altLang="en-US" sz="1600" b="0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的温度分布</a:t>
            </a:r>
            <a:endParaRPr lang="en-US" altLang="zh-CN" sz="1600" b="0" dirty="0">
              <a:solidFill>
                <a:srgbClr val="000000"/>
              </a:solidFill>
              <a:latin typeface="等线" panose="02010600030101010101" pitchFamily="2" charset="-122"/>
              <a:ea typeface="等线" panose="02010600030101010101" pitchFamily="2" charset="-122"/>
            </a:endParaRPr>
          </a:p>
          <a:p>
            <a:pPr marL="0" marR="0" lvl="0" indent="0" algn="l" defTabSz="182880" rtl="0" eaLnBrk="1" fontAlgn="auto" latinLnBrk="0" hangingPunct="1">
              <a:lnSpc>
                <a:spcPct val="15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altLang="zh-CN" sz="16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等线" panose="02010600030101010101" pitchFamily="2" charset="-122"/>
              <a:ea typeface="等线" panose="02010600030101010101" pitchFamily="2" charset="-122"/>
            </a:endParaRPr>
          </a:p>
        </p:txBody>
      </p:sp>
      <p:sp>
        <p:nvSpPr>
          <p:cNvPr id="7" name="标题 1">
            <a:extLst>
              <a:ext uri="{FF2B5EF4-FFF2-40B4-BE49-F238E27FC236}">
                <a16:creationId xmlns:a16="http://schemas.microsoft.com/office/drawing/2014/main" id="{545CDCD8-EA6E-F0F4-45DF-34DD3ACC17D4}"/>
              </a:ext>
            </a:extLst>
          </p:cNvPr>
          <p:cNvSpPr txBox="1"/>
          <p:nvPr/>
        </p:nvSpPr>
        <p:spPr>
          <a:xfrm>
            <a:off x="339052" y="121526"/>
            <a:ext cx="11239200" cy="640800"/>
          </a:xfrm>
          <a:prstGeom prst="rect">
            <a:avLst/>
          </a:prstGeom>
        </p:spPr>
        <p:txBody>
          <a:bodyPr vert="horz" wrap="square" lIns="121920" tIns="60960" rIns="121920" bIns="60960" rtlCol="0" anchor="ctr" anchorCtr="0">
            <a:noAutofit/>
          </a:bodyPr>
          <a:lstStyle>
            <a:lvl1pPr algn="ctr" defTabSz="182880" rtl="0" eaLnBrk="1" latinLnBrk="0" hangingPunct="1">
              <a:spcBef>
                <a:spcPct val="0"/>
              </a:spcBef>
              <a:buNone/>
              <a:defRPr lang="en-US" sz="1500" b="1" kern="1200" cap="none" baseline="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18288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US" altLang="zh-CN" sz="2800" dirty="0">
                <a:solidFill>
                  <a:schemeClr val="accent5">
                    <a:lumMod val="75000"/>
                  </a:schemeClr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EEF</a:t>
            </a:r>
            <a:r>
              <a:rPr lang="zh-CN" altLang="en-US" sz="2800" dirty="0">
                <a:solidFill>
                  <a:schemeClr val="accent5">
                    <a:lumMod val="75000"/>
                  </a:schemeClr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分析</a:t>
            </a:r>
            <a:endParaRPr kumimoji="0" lang="zh-CN" altLang="en-US" sz="2800" b="1" i="0" u="none" strike="noStrike" kern="1200" cap="none" spc="0" normalizeH="0" baseline="0" noProof="0" dirty="0">
              <a:ln>
                <a:noFill/>
              </a:ln>
              <a:solidFill>
                <a:schemeClr val="accent5">
                  <a:lumMod val="75000"/>
                </a:schemeClr>
              </a:solidFill>
              <a:effectLst/>
              <a:uLnTx/>
              <a:uFillTx/>
              <a:latin typeface="等线" panose="02010600030101010101" pitchFamily="2" charset="-122"/>
              <a:ea typeface="等线" panose="02010600030101010101" pitchFamily="2" charset="-122"/>
            </a:endParaRP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F3A1AA45-A00E-CFD4-9F95-C8996EC931AE}"/>
              </a:ext>
            </a:extLst>
          </p:cNvPr>
          <p:cNvSpPr/>
          <p:nvPr/>
        </p:nvSpPr>
        <p:spPr>
          <a:xfrm>
            <a:off x="492981" y="1606656"/>
            <a:ext cx="387864" cy="1464628"/>
          </a:xfrm>
          <a:prstGeom prst="rect">
            <a:avLst/>
          </a:prstGeom>
          <a:pattFill prst="ltDnDiag">
            <a:fgClr>
              <a:schemeClr val="accent1">
                <a:lumMod val="20000"/>
                <a:lumOff val="80000"/>
              </a:schemeClr>
            </a:fgClr>
            <a:bgClr>
              <a:schemeClr val="bg1"/>
            </a:bgClr>
          </a:pattFill>
          <a:ln w="19050"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rIns="72000" rtlCol="0" anchor="ctr" anchorCtr="0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sz="1600" b="1" dirty="0">
                <a:solidFill>
                  <a:srgbClr val="33A3FF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探查方法</a:t>
            </a:r>
            <a:endParaRPr kumimoji="0" lang="zh-CN" altLang="en-US" sz="1600" b="1" i="0" u="none" strike="noStrike" kern="1200" cap="none" spc="0" normalizeH="0" baseline="0" noProof="0" dirty="0">
              <a:ln>
                <a:noFill/>
              </a:ln>
              <a:solidFill>
                <a:srgbClr val="33A3FF"/>
              </a:solidFill>
              <a:effectLst/>
              <a:uLnTx/>
              <a:uFillTx/>
              <a:latin typeface="等线" panose="02010600030101010101" pitchFamily="2" charset="-122"/>
              <a:ea typeface="等线" panose="02010600030101010101" pitchFamily="2" charset="-122"/>
            </a:endParaRPr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FC9904C1-9323-10EC-3DF3-15D8847329D5}"/>
              </a:ext>
            </a:extLst>
          </p:cNvPr>
          <p:cNvSpPr/>
          <p:nvPr/>
        </p:nvSpPr>
        <p:spPr>
          <a:xfrm>
            <a:off x="492981" y="1606658"/>
            <a:ext cx="11060104" cy="1464626"/>
          </a:xfrm>
          <a:prstGeom prst="rect">
            <a:avLst/>
          </a:prstGeom>
          <a:noFill/>
          <a:ln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等线" panose="02010600030101010101" pitchFamily="2" charset="-122"/>
              <a:ea typeface="等线" panose="02010600030101010101" pitchFamily="2" charset="-122"/>
            </a:endParaRPr>
          </a:p>
        </p:txBody>
      </p:sp>
      <p:pic>
        <p:nvPicPr>
          <p:cNvPr id="12" name="图片 11">
            <a:extLst>
              <a:ext uri="{FF2B5EF4-FFF2-40B4-BE49-F238E27FC236}">
                <a16:creationId xmlns:a16="http://schemas.microsoft.com/office/drawing/2014/main" id="{E5E949E3-5563-A5A7-64F5-65CA62017DB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7248" y="3429000"/>
            <a:ext cx="5994486" cy="2910252"/>
          </a:xfrm>
          <a:prstGeom prst="rect">
            <a:avLst/>
          </a:prstGeom>
        </p:spPr>
      </p:pic>
      <p:pic>
        <p:nvPicPr>
          <p:cNvPr id="14" name="图片 13">
            <a:extLst>
              <a:ext uri="{FF2B5EF4-FFF2-40B4-BE49-F238E27FC236}">
                <a16:creationId xmlns:a16="http://schemas.microsoft.com/office/drawing/2014/main" id="{C881832A-23A9-7B69-8BD2-FF06B99CE61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71734" y="3254521"/>
            <a:ext cx="5540610" cy="32099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4550841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B0135FD-FAFB-764F-0DE1-194C859E8C7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箭头: 五边形 7">
            <a:extLst>
              <a:ext uri="{FF2B5EF4-FFF2-40B4-BE49-F238E27FC236}">
                <a16:creationId xmlns:a16="http://schemas.microsoft.com/office/drawing/2014/main" id="{0DDA7278-D480-7C03-37ED-3DB19047079F}"/>
              </a:ext>
            </a:extLst>
          </p:cNvPr>
          <p:cNvSpPr/>
          <p:nvPr/>
        </p:nvSpPr>
        <p:spPr>
          <a:xfrm>
            <a:off x="0" y="864476"/>
            <a:ext cx="7592037" cy="576475"/>
          </a:xfrm>
          <a:prstGeom prst="homePlate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等线" panose="02010600030101010101" pitchFamily="2" charset="-122"/>
              <a:ea typeface="等线" panose="02010600030101010101" pitchFamily="2" charset="-122"/>
            </a:endParaRPr>
          </a:p>
        </p:txBody>
      </p:sp>
      <p:sp>
        <p:nvSpPr>
          <p:cNvPr id="4" name="标题 1">
            <a:extLst>
              <a:ext uri="{FF2B5EF4-FFF2-40B4-BE49-F238E27FC236}">
                <a16:creationId xmlns:a16="http://schemas.microsoft.com/office/drawing/2014/main" id="{F647D668-7DE6-1AF7-7489-EE9281DB1A42}"/>
              </a:ext>
            </a:extLst>
          </p:cNvPr>
          <p:cNvSpPr txBox="1"/>
          <p:nvPr/>
        </p:nvSpPr>
        <p:spPr>
          <a:xfrm>
            <a:off x="313885" y="216182"/>
            <a:ext cx="11239200" cy="640800"/>
          </a:xfrm>
          <a:prstGeom prst="rect">
            <a:avLst/>
          </a:prstGeom>
        </p:spPr>
        <p:txBody>
          <a:bodyPr vert="horz" wrap="square" lIns="121920" tIns="60960" rIns="121920" bIns="60960" rtlCol="0" anchor="ctr" anchorCtr="0">
            <a:noAutofit/>
          </a:bodyPr>
          <a:lstStyle>
            <a:lvl1pPr algn="ctr" defTabSz="182880" rtl="0" eaLnBrk="1" latinLnBrk="0" hangingPunct="1">
              <a:spcBef>
                <a:spcPct val="0"/>
              </a:spcBef>
              <a:buNone/>
              <a:defRPr lang="en-US" sz="1500" b="1" kern="1200" cap="none" baseline="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18288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24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等线" panose="02010600030101010101" pitchFamily="2" charset="-122"/>
              <a:ea typeface="等线" panose="02010600030101010101" pitchFamily="2" charset="-122"/>
            </a:endParaRPr>
          </a:p>
        </p:txBody>
      </p:sp>
      <p:sp>
        <p:nvSpPr>
          <p:cNvPr id="2" name="标题 1">
            <a:extLst>
              <a:ext uri="{FF2B5EF4-FFF2-40B4-BE49-F238E27FC236}">
                <a16:creationId xmlns:a16="http://schemas.microsoft.com/office/drawing/2014/main" id="{36B2321F-445C-3CEB-68A7-D93DD4AC2392}"/>
              </a:ext>
            </a:extLst>
          </p:cNvPr>
          <p:cNvSpPr txBox="1"/>
          <p:nvPr/>
        </p:nvSpPr>
        <p:spPr>
          <a:xfrm>
            <a:off x="551901" y="832313"/>
            <a:ext cx="6528407" cy="640800"/>
          </a:xfrm>
          <a:prstGeom prst="rect">
            <a:avLst/>
          </a:prstGeom>
        </p:spPr>
        <p:txBody>
          <a:bodyPr vert="horz" wrap="square" lIns="121920" tIns="60960" rIns="121920" bIns="60960" rtlCol="0" anchor="ctr" anchorCtr="0">
            <a:noAutofit/>
          </a:bodyPr>
          <a:lstStyle>
            <a:lvl1pPr algn="ctr" defTabSz="182880" rtl="0" eaLnBrk="1" latinLnBrk="0" hangingPunct="1">
              <a:spcBef>
                <a:spcPct val="0"/>
              </a:spcBef>
              <a:buNone/>
              <a:defRPr lang="en-US" sz="1500" b="1" kern="1200" cap="none" baseline="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18288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</a:rPr>
              <a:t>EEF</a:t>
            </a:r>
            <a:r>
              <a:rPr kumimoji="0" lang="zh-CN" altLang="en-US" sz="20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</a:rPr>
              <a:t>前</a:t>
            </a:r>
            <a:r>
              <a:rPr kumimoji="0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</a:rPr>
              <a:t>20%</a:t>
            </a:r>
            <a:r>
              <a:rPr kumimoji="0" lang="zh-CN" altLang="en-US" sz="20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</a:rPr>
              <a:t>的温度曲线</a:t>
            </a:r>
          </a:p>
        </p:txBody>
      </p:sp>
      <p:sp>
        <p:nvSpPr>
          <p:cNvPr id="7" name="标题 1">
            <a:extLst>
              <a:ext uri="{FF2B5EF4-FFF2-40B4-BE49-F238E27FC236}">
                <a16:creationId xmlns:a16="http://schemas.microsoft.com/office/drawing/2014/main" id="{6B908365-191B-BB78-25A8-D6E70A1480CD}"/>
              </a:ext>
            </a:extLst>
          </p:cNvPr>
          <p:cNvSpPr txBox="1"/>
          <p:nvPr/>
        </p:nvSpPr>
        <p:spPr>
          <a:xfrm>
            <a:off x="339052" y="121526"/>
            <a:ext cx="11239200" cy="640800"/>
          </a:xfrm>
          <a:prstGeom prst="rect">
            <a:avLst/>
          </a:prstGeom>
        </p:spPr>
        <p:txBody>
          <a:bodyPr vert="horz" wrap="square" lIns="121920" tIns="60960" rIns="121920" bIns="60960" rtlCol="0" anchor="ctr" anchorCtr="0">
            <a:noAutofit/>
          </a:bodyPr>
          <a:lstStyle>
            <a:lvl1pPr algn="ctr" defTabSz="182880" rtl="0" eaLnBrk="1" latinLnBrk="0" hangingPunct="1">
              <a:spcBef>
                <a:spcPct val="0"/>
              </a:spcBef>
              <a:buNone/>
              <a:defRPr lang="en-US" sz="1500" b="1" kern="1200" cap="none" baseline="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18288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US" altLang="zh-CN" sz="2800" dirty="0">
                <a:solidFill>
                  <a:schemeClr val="accent5">
                    <a:lumMod val="75000"/>
                  </a:schemeClr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EEF</a:t>
            </a:r>
            <a:r>
              <a:rPr lang="zh-CN" altLang="en-US" sz="2800" dirty="0">
                <a:solidFill>
                  <a:schemeClr val="accent5">
                    <a:lumMod val="75000"/>
                  </a:schemeClr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分析</a:t>
            </a:r>
            <a:endParaRPr kumimoji="0" lang="zh-CN" altLang="en-US" sz="2800" b="1" i="0" u="none" strike="noStrike" kern="1200" cap="none" spc="0" normalizeH="0" baseline="0" noProof="0" dirty="0">
              <a:ln>
                <a:noFill/>
              </a:ln>
              <a:solidFill>
                <a:schemeClr val="accent5">
                  <a:lumMod val="75000"/>
                </a:schemeClr>
              </a:solidFill>
              <a:effectLst/>
              <a:uLnTx/>
              <a:uFillTx/>
              <a:latin typeface="等线" panose="02010600030101010101" pitchFamily="2" charset="-122"/>
              <a:ea typeface="等线" panose="02010600030101010101" pitchFamily="2" charset="-122"/>
            </a:endParaRP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306A08B0-765B-453A-A798-08548A067C3D}"/>
              </a:ext>
            </a:extLst>
          </p:cNvPr>
          <p:cNvSpPr/>
          <p:nvPr/>
        </p:nvSpPr>
        <p:spPr>
          <a:xfrm>
            <a:off x="492981" y="1606656"/>
            <a:ext cx="387864" cy="1464628"/>
          </a:xfrm>
          <a:prstGeom prst="rect">
            <a:avLst/>
          </a:prstGeom>
          <a:pattFill prst="ltDnDiag">
            <a:fgClr>
              <a:schemeClr val="accent1">
                <a:lumMod val="20000"/>
                <a:lumOff val="80000"/>
              </a:schemeClr>
            </a:fgClr>
            <a:bgClr>
              <a:schemeClr val="bg1"/>
            </a:bgClr>
          </a:pattFill>
          <a:ln w="19050"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rIns="72000" rtlCol="0" anchor="ctr" anchorCtr="0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sz="1600" b="1" dirty="0">
                <a:solidFill>
                  <a:srgbClr val="33A3FF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探查方法</a:t>
            </a:r>
            <a:endParaRPr kumimoji="0" lang="zh-CN" altLang="en-US" sz="1600" b="1" i="0" u="none" strike="noStrike" kern="1200" cap="none" spc="0" normalizeH="0" baseline="0" noProof="0" dirty="0">
              <a:ln>
                <a:noFill/>
              </a:ln>
              <a:solidFill>
                <a:srgbClr val="33A3FF"/>
              </a:solidFill>
              <a:effectLst/>
              <a:uLnTx/>
              <a:uFillTx/>
              <a:latin typeface="等线" panose="02010600030101010101" pitchFamily="2" charset="-122"/>
              <a:ea typeface="等线" panose="02010600030101010101" pitchFamily="2" charset="-122"/>
            </a:endParaRPr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31944E5E-4D0C-CAD9-DD03-12609AA2C767}"/>
              </a:ext>
            </a:extLst>
          </p:cNvPr>
          <p:cNvSpPr/>
          <p:nvPr/>
        </p:nvSpPr>
        <p:spPr>
          <a:xfrm>
            <a:off x="492981" y="1606658"/>
            <a:ext cx="11060104" cy="1464626"/>
          </a:xfrm>
          <a:prstGeom prst="rect">
            <a:avLst/>
          </a:prstGeom>
          <a:noFill/>
          <a:ln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等线" panose="02010600030101010101" pitchFamily="2" charset="-122"/>
              <a:ea typeface="等线" panose="02010600030101010101" pitchFamily="2" charset="-122"/>
            </a:endParaRPr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17ABEF01-A259-D033-5D6F-E1D1DD859A2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2981" y="3562530"/>
            <a:ext cx="5560844" cy="2733495"/>
          </a:xfrm>
          <a:prstGeom prst="rect">
            <a:avLst/>
          </a:prstGeom>
        </p:spPr>
      </p:pic>
      <p:pic>
        <p:nvPicPr>
          <p:cNvPr id="10" name="图片 9">
            <a:extLst>
              <a:ext uri="{FF2B5EF4-FFF2-40B4-BE49-F238E27FC236}">
                <a16:creationId xmlns:a16="http://schemas.microsoft.com/office/drawing/2014/main" id="{73BBC4CB-8874-810D-19F2-4C6CC6C3287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93563" y="3236991"/>
            <a:ext cx="5720456" cy="3281474"/>
          </a:xfrm>
          <a:prstGeom prst="rect">
            <a:avLst/>
          </a:prstGeom>
        </p:spPr>
      </p:pic>
      <p:sp>
        <p:nvSpPr>
          <p:cNvPr id="11" name="标题 1">
            <a:extLst>
              <a:ext uri="{FF2B5EF4-FFF2-40B4-BE49-F238E27FC236}">
                <a16:creationId xmlns:a16="http://schemas.microsoft.com/office/drawing/2014/main" id="{A8707561-CAA4-EB0A-1F15-DE6F32151F6E}"/>
              </a:ext>
            </a:extLst>
          </p:cNvPr>
          <p:cNvSpPr txBox="1"/>
          <p:nvPr/>
        </p:nvSpPr>
        <p:spPr>
          <a:xfrm>
            <a:off x="971850" y="1859873"/>
            <a:ext cx="10581235" cy="1211410"/>
          </a:xfrm>
          <a:prstGeom prst="rect">
            <a:avLst/>
          </a:prstGeom>
        </p:spPr>
        <p:txBody>
          <a:bodyPr vert="horz" wrap="square" lIns="121920" tIns="60960" rIns="121920" bIns="60960" rtlCol="0" anchor="ctr" anchorCtr="0">
            <a:noAutofit/>
          </a:bodyPr>
          <a:lstStyle>
            <a:lvl1pPr algn="ctr" defTabSz="182880" rtl="0" eaLnBrk="1" latinLnBrk="0" hangingPunct="1">
              <a:spcBef>
                <a:spcPct val="0"/>
              </a:spcBef>
              <a:buNone/>
              <a:defRPr lang="en-US" sz="1500" b="1" kern="1200" cap="none" baseline="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182880" rtl="0" eaLnBrk="1" fontAlgn="auto" latinLnBrk="0" hangingPunct="1">
              <a:lnSpc>
                <a:spcPct val="15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60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</a:rPr>
              <a:t>数据处理：</a:t>
            </a:r>
            <a:r>
              <a:rPr lang="zh-CN" altLang="en-US" sz="1600" b="0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取每月</a:t>
            </a:r>
            <a:r>
              <a:rPr lang="en-US" altLang="zh-CN" sz="1600" b="0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EEF</a:t>
            </a:r>
            <a:r>
              <a:rPr lang="zh-CN" altLang="en-US" sz="1600" b="0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排名前</a:t>
            </a:r>
            <a:r>
              <a:rPr lang="en-US" altLang="zh-CN" sz="1600" b="0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20%</a:t>
            </a:r>
            <a:r>
              <a:rPr lang="zh-CN" altLang="en-US" sz="1600" b="0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的栋舍记为高效群，后</a:t>
            </a:r>
            <a:r>
              <a:rPr lang="en-US" altLang="zh-CN" sz="1600" b="0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20%</a:t>
            </a:r>
            <a:r>
              <a:rPr lang="zh-CN" altLang="en-US" sz="1600" b="0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为低效群。高效群平均</a:t>
            </a:r>
            <a:r>
              <a:rPr lang="en-US" altLang="zh-CN" sz="1600" b="0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EEF</a:t>
            </a:r>
            <a:r>
              <a:rPr lang="zh-CN" altLang="en-US" sz="1600" b="0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为</a:t>
            </a:r>
            <a:r>
              <a:rPr lang="en-US" altLang="zh-CN" sz="1600" b="0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418</a:t>
            </a:r>
            <a:r>
              <a:rPr lang="zh-CN" altLang="en-US" sz="1600" b="0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，低效群平均</a:t>
            </a:r>
            <a:r>
              <a:rPr lang="en-US" altLang="zh-CN" sz="1600" b="0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EEF</a:t>
            </a:r>
            <a:r>
              <a:rPr lang="zh-CN" altLang="en-US" sz="1600" b="0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为</a:t>
            </a:r>
            <a:r>
              <a:rPr lang="en-US" altLang="zh-CN" sz="1600" b="0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302</a:t>
            </a:r>
          </a:p>
          <a:p>
            <a:pPr marL="0" marR="0" lvl="0" indent="0" algn="l" defTabSz="182880" rtl="0" eaLnBrk="1" fontAlgn="auto" latinLnBrk="0" hangingPunct="1">
              <a:lnSpc>
                <a:spcPct val="15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1600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字段含义：</a:t>
            </a:r>
            <a:r>
              <a:rPr lang="zh-CN" altLang="en-US" sz="1600" b="0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先取五个探头每个时刻的最高温度、最低温度、平均温度，在每个时刻五个探头平均温度的基础上，取该日龄的最高平均温度，最低平均温度，平均平均温度得到</a:t>
            </a:r>
            <a:r>
              <a:rPr lang="zh-CN" altLang="en-US" sz="1600" dirty="0">
                <a:latin typeface="等线" panose="02010600030101010101" pitchFamily="2" charset="-122"/>
                <a:ea typeface="等线" panose="02010600030101010101" pitchFamily="2" charset="-122"/>
              </a:rPr>
              <a:t>左边</a:t>
            </a:r>
            <a:r>
              <a:rPr lang="zh-CN" altLang="en-US" sz="1600" b="0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图像中的最低温度、最高温度、平均温度。取五个探头每个日龄的平均温度作为</a:t>
            </a:r>
            <a:r>
              <a:rPr lang="zh-CN" altLang="en-US" sz="1600" dirty="0">
                <a:latin typeface="等线" panose="02010600030101010101" pitchFamily="2" charset="-122"/>
                <a:ea typeface="等线" panose="02010600030101010101" pitchFamily="2" charset="-122"/>
              </a:rPr>
              <a:t>右图</a:t>
            </a:r>
            <a:r>
              <a:rPr lang="zh-CN" altLang="en-US" sz="1600" b="0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的温度分布</a:t>
            </a:r>
            <a:endParaRPr lang="en-US" altLang="zh-CN" sz="1600" b="0" dirty="0">
              <a:solidFill>
                <a:srgbClr val="000000"/>
              </a:solidFill>
              <a:latin typeface="等线" panose="02010600030101010101" pitchFamily="2" charset="-122"/>
              <a:ea typeface="等线" panose="02010600030101010101" pitchFamily="2" charset="-122"/>
            </a:endParaRPr>
          </a:p>
          <a:p>
            <a:pPr marL="0" marR="0" lvl="0" indent="0" algn="l" defTabSz="182880" rtl="0" eaLnBrk="1" fontAlgn="auto" latinLnBrk="0" hangingPunct="1">
              <a:lnSpc>
                <a:spcPct val="15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altLang="zh-CN" sz="16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等线" panose="02010600030101010101" pitchFamily="2" charset="-122"/>
              <a:ea typeface="等线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652492564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CAED547-D480-11CA-4F97-86A459B7AE0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箭头: 五边形 7">
            <a:extLst>
              <a:ext uri="{FF2B5EF4-FFF2-40B4-BE49-F238E27FC236}">
                <a16:creationId xmlns:a16="http://schemas.microsoft.com/office/drawing/2014/main" id="{5F4268F3-46B9-90B8-E69A-C7B1E771CDF5}"/>
              </a:ext>
            </a:extLst>
          </p:cNvPr>
          <p:cNvSpPr/>
          <p:nvPr/>
        </p:nvSpPr>
        <p:spPr>
          <a:xfrm>
            <a:off x="0" y="864476"/>
            <a:ext cx="7592037" cy="576475"/>
          </a:xfrm>
          <a:prstGeom prst="homePlate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等线" panose="02010600030101010101" pitchFamily="2" charset="-122"/>
              <a:ea typeface="等线" panose="02010600030101010101" pitchFamily="2" charset="-122"/>
            </a:endParaRPr>
          </a:p>
        </p:txBody>
      </p:sp>
      <p:sp>
        <p:nvSpPr>
          <p:cNvPr id="4" name="标题 1">
            <a:extLst>
              <a:ext uri="{FF2B5EF4-FFF2-40B4-BE49-F238E27FC236}">
                <a16:creationId xmlns:a16="http://schemas.microsoft.com/office/drawing/2014/main" id="{02B0AF94-5BD7-4521-FD34-A78819677A2D}"/>
              </a:ext>
            </a:extLst>
          </p:cNvPr>
          <p:cNvSpPr txBox="1"/>
          <p:nvPr/>
        </p:nvSpPr>
        <p:spPr>
          <a:xfrm>
            <a:off x="313885" y="216182"/>
            <a:ext cx="11239200" cy="640800"/>
          </a:xfrm>
          <a:prstGeom prst="rect">
            <a:avLst/>
          </a:prstGeom>
        </p:spPr>
        <p:txBody>
          <a:bodyPr vert="horz" wrap="square" lIns="121920" tIns="60960" rIns="121920" bIns="60960" rtlCol="0" anchor="ctr" anchorCtr="0">
            <a:noAutofit/>
          </a:bodyPr>
          <a:lstStyle>
            <a:lvl1pPr algn="ctr" defTabSz="182880" rtl="0" eaLnBrk="1" latinLnBrk="0" hangingPunct="1">
              <a:spcBef>
                <a:spcPct val="0"/>
              </a:spcBef>
              <a:buNone/>
              <a:defRPr lang="en-US" sz="1500" b="1" kern="1200" cap="none" baseline="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18288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24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等线" panose="02010600030101010101" pitchFamily="2" charset="-122"/>
              <a:ea typeface="等线" panose="02010600030101010101" pitchFamily="2" charset="-122"/>
            </a:endParaRPr>
          </a:p>
        </p:txBody>
      </p:sp>
      <p:sp>
        <p:nvSpPr>
          <p:cNvPr id="2" name="标题 1">
            <a:extLst>
              <a:ext uri="{FF2B5EF4-FFF2-40B4-BE49-F238E27FC236}">
                <a16:creationId xmlns:a16="http://schemas.microsoft.com/office/drawing/2014/main" id="{593B4989-06B8-7D41-2B9B-2FD998C3E274}"/>
              </a:ext>
            </a:extLst>
          </p:cNvPr>
          <p:cNvSpPr txBox="1"/>
          <p:nvPr/>
        </p:nvSpPr>
        <p:spPr>
          <a:xfrm>
            <a:off x="551901" y="832313"/>
            <a:ext cx="6528407" cy="640800"/>
          </a:xfrm>
          <a:prstGeom prst="rect">
            <a:avLst/>
          </a:prstGeom>
        </p:spPr>
        <p:txBody>
          <a:bodyPr vert="horz" wrap="square" lIns="121920" tIns="60960" rIns="121920" bIns="60960" rtlCol="0" anchor="ctr" anchorCtr="0">
            <a:noAutofit/>
          </a:bodyPr>
          <a:lstStyle>
            <a:lvl1pPr algn="ctr" defTabSz="182880" rtl="0" eaLnBrk="1" latinLnBrk="0" hangingPunct="1">
              <a:spcBef>
                <a:spcPct val="0"/>
              </a:spcBef>
              <a:buNone/>
              <a:defRPr lang="en-US" sz="1500" b="1" kern="1200" cap="none" baseline="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18288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</a:rPr>
              <a:t>EEF</a:t>
            </a:r>
            <a:r>
              <a:rPr kumimoji="0" lang="zh-CN" altLang="en-US" sz="20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</a:rPr>
              <a:t>前</a:t>
            </a:r>
            <a:r>
              <a:rPr kumimoji="0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</a:rPr>
              <a:t>20%</a:t>
            </a:r>
            <a:r>
              <a:rPr kumimoji="0" lang="zh-CN" altLang="en-US" sz="20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</a:rPr>
              <a:t>的温度曲线</a:t>
            </a:r>
          </a:p>
        </p:txBody>
      </p:sp>
      <p:sp>
        <p:nvSpPr>
          <p:cNvPr id="7" name="标题 1">
            <a:extLst>
              <a:ext uri="{FF2B5EF4-FFF2-40B4-BE49-F238E27FC236}">
                <a16:creationId xmlns:a16="http://schemas.microsoft.com/office/drawing/2014/main" id="{405485BF-1451-967A-B822-8464B7D79565}"/>
              </a:ext>
            </a:extLst>
          </p:cNvPr>
          <p:cNvSpPr txBox="1"/>
          <p:nvPr/>
        </p:nvSpPr>
        <p:spPr>
          <a:xfrm>
            <a:off x="339052" y="121526"/>
            <a:ext cx="11239200" cy="640800"/>
          </a:xfrm>
          <a:prstGeom prst="rect">
            <a:avLst/>
          </a:prstGeom>
        </p:spPr>
        <p:txBody>
          <a:bodyPr vert="horz" wrap="square" lIns="121920" tIns="60960" rIns="121920" bIns="60960" rtlCol="0" anchor="ctr" anchorCtr="0">
            <a:noAutofit/>
          </a:bodyPr>
          <a:lstStyle>
            <a:lvl1pPr algn="ctr" defTabSz="182880" rtl="0" eaLnBrk="1" latinLnBrk="0" hangingPunct="1">
              <a:spcBef>
                <a:spcPct val="0"/>
              </a:spcBef>
              <a:buNone/>
              <a:defRPr lang="en-US" sz="1500" b="1" kern="1200" cap="none" baseline="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18288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US" altLang="zh-CN" sz="2800" dirty="0">
                <a:solidFill>
                  <a:schemeClr val="accent5">
                    <a:lumMod val="75000"/>
                  </a:schemeClr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EEF</a:t>
            </a:r>
            <a:r>
              <a:rPr lang="zh-CN" altLang="en-US" sz="2800" dirty="0">
                <a:solidFill>
                  <a:schemeClr val="accent5">
                    <a:lumMod val="75000"/>
                  </a:schemeClr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分析</a:t>
            </a:r>
            <a:endParaRPr kumimoji="0" lang="zh-CN" altLang="en-US" sz="2800" b="1" i="0" u="none" strike="noStrike" kern="1200" cap="none" spc="0" normalizeH="0" baseline="0" noProof="0" dirty="0">
              <a:ln>
                <a:noFill/>
              </a:ln>
              <a:solidFill>
                <a:schemeClr val="accent5">
                  <a:lumMod val="75000"/>
                </a:schemeClr>
              </a:solidFill>
              <a:effectLst/>
              <a:uLnTx/>
              <a:uFillTx/>
              <a:latin typeface="等线" panose="02010600030101010101" pitchFamily="2" charset="-122"/>
              <a:ea typeface="等线" panose="02010600030101010101" pitchFamily="2" charset="-122"/>
            </a:endParaRP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F9D44198-E22F-5DBD-6A77-E3AECAACE349}"/>
              </a:ext>
            </a:extLst>
          </p:cNvPr>
          <p:cNvSpPr/>
          <p:nvPr/>
        </p:nvSpPr>
        <p:spPr>
          <a:xfrm>
            <a:off x="492981" y="1606656"/>
            <a:ext cx="387864" cy="1464628"/>
          </a:xfrm>
          <a:prstGeom prst="rect">
            <a:avLst/>
          </a:prstGeom>
          <a:pattFill prst="ltDnDiag">
            <a:fgClr>
              <a:schemeClr val="accent1">
                <a:lumMod val="20000"/>
                <a:lumOff val="80000"/>
              </a:schemeClr>
            </a:fgClr>
            <a:bgClr>
              <a:schemeClr val="bg1"/>
            </a:bgClr>
          </a:pattFill>
          <a:ln w="19050"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rIns="72000" rtlCol="0" anchor="ctr" anchorCtr="0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sz="1600" b="1" dirty="0">
                <a:solidFill>
                  <a:srgbClr val="33A3FF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探查方法</a:t>
            </a:r>
            <a:endParaRPr kumimoji="0" lang="zh-CN" altLang="en-US" sz="1600" b="1" i="0" u="none" strike="noStrike" kern="1200" cap="none" spc="0" normalizeH="0" baseline="0" noProof="0" dirty="0">
              <a:ln>
                <a:noFill/>
              </a:ln>
              <a:solidFill>
                <a:srgbClr val="33A3FF"/>
              </a:solidFill>
              <a:effectLst/>
              <a:uLnTx/>
              <a:uFillTx/>
              <a:latin typeface="等线" panose="02010600030101010101" pitchFamily="2" charset="-122"/>
              <a:ea typeface="等线" panose="02010600030101010101" pitchFamily="2" charset="-122"/>
            </a:endParaRPr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858A7F18-51F5-7F40-8BCF-BD14A98FEB96}"/>
              </a:ext>
            </a:extLst>
          </p:cNvPr>
          <p:cNvSpPr/>
          <p:nvPr/>
        </p:nvSpPr>
        <p:spPr>
          <a:xfrm>
            <a:off x="492981" y="1606658"/>
            <a:ext cx="11060104" cy="1464626"/>
          </a:xfrm>
          <a:prstGeom prst="rect">
            <a:avLst/>
          </a:prstGeom>
          <a:noFill/>
          <a:ln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等线" panose="02010600030101010101" pitchFamily="2" charset="-122"/>
              <a:ea typeface="等线" panose="02010600030101010101" pitchFamily="2" charset="-122"/>
            </a:endParaRPr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B90196CB-0B8B-CA38-C5CC-A68C00B529B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2981" y="3324498"/>
            <a:ext cx="5393821" cy="2701189"/>
          </a:xfrm>
          <a:prstGeom prst="rect">
            <a:avLst/>
          </a:prstGeom>
        </p:spPr>
      </p:pic>
      <p:pic>
        <p:nvPicPr>
          <p:cNvPr id="10" name="图片 9">
            <a:extLst>
              <a:ext uri="{FF2B5EF4-FFF2-40B4-BE49-F238E27FC236}">
                <a16:creationId xmlns:a16="http://schemas.microsoft.com/office/drawing/2014/main" id="{EA4B8E63-7BF6-514B-1B16-694C5FF71E0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0" y="3204829"/>
            <a:ext cx="5441038" cy="3071283"/>
          </a:xfrm>
          <a:prstGeom prst="rect">
            <a:avLst/>
          </a:prstGeom>
        </p:spPr>
      </p:pic>
      <p:sp>
        <p:nvSpPr>
          <p:cNvPr id="11" name="标题 1">
            <a:extLst>
              <a:ext uri="{FF2B5EF4-FFF2-40B4-BE49-F238E27FC236}">
                <a16:creationId xmlns:a16="http://schemas.microsoft.com/office/drawing/2014/main" id="{AC25CDF2-13FF-FB00-4EBD-7AFAA21D43B1}"/>
              </a:ext>
            </a:extLst>
          </p:cNvPr>
          <p:cNvSpPr txBox="1"/>
          <p:nvPr/>
        </p:nvSpPr>
        <p:spPr>
          <a:xfrm>
            <a:off x="971850" y="1859873"/>
            <a:ext cx="10581235" cy="1211410"/>
          </a:xfrm>
          <a:prstGeom prst="rect">
            <a:avLst/>
          </a:prstGeom>
        </p:spPr>
        <p:txBody>
          <a:bodyPr vert="horz" wrap="square" lIns="121920" tIns="60960" rIns="121920" bIns="60960" rtlCol="0" anchor="ctr" anchorCtr="0">
            <a:noAutofit/>
          </a:bodyPr>
          <a:lstStyle>
            <a:lvl1pPr algn="ctr" defTabSz="182880" rtl="0" eaLnBrk="1" latinLnBrk="0" hangingPunct="1">
              <a:spcBef>
                <a:spcPct val="0"/>
              </a:spcBef>
              <a:buNone/>
              <a:defRPr lang="en-US" sz="1500" b="1" kern="1200" cap="none" baseline="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182880" rtl="0" eaLnBrk="1" fontAlgn="auto" latinLnBrk="0" hangingPunct="1">
              <a:lnSpc>
                <a:spcPct val="15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60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</a:rPr>
              <a:t>数据处理：</a:t>
            </a:r>
            <a:r>
              <a:rPr lang="zh-CN" altLang="en-US" sz="1600" b="0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取每月</a:t>
            </a:r>
            <a:r>
              <a:rPr lang="en-US" altLang="zh-CN" sz="1600" b="0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EEF</a:t>
            </a:r>
            <a:r>
              <a:rPr lang="zh-CN" altLang="en-US" sz="1600" b="0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排名前</a:t>
            </a:r>
            <a:r>
              <a:rPr lang="en-US" altLang="zh-CN" sz="1600" b="0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20%</a:t>
            </a:r>
            <a:r>
              <a:rPr lang="zh-CN" altLang="en-US" sz="1600" b="0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的栋舍记为高效群，后</a:t>
            </a:r>
            <a:r>
              <a:rPr lang="en-US" altLang="zh-CN" sz="1600" b="0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20%</a:t>
            </a:r>
            <a:r>
              <a:rPr lang="zh-CN" altLang="en-US" sz="1600" b="0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为低效群。高效群平均</a:t>
            </a:r>
            <a:r>
              <a:rPr lang="en-US" altLang="zh-CN" sz="1600" b="0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EEF</a:t>
            </a:r>
            <a:r>
              <a:rPr lang="zh-CN" altLang="en-US" sz="1600" b="0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为</a:t>
            </a:r>
            <a:r>
              <a:rPr lang="en-US" altLang="zh-CN" sz="1600" b="0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418</a:t>
            </a:r>
            <a:r>
              <a:rPr lang="zh-CN" altLang="en-US" sz="1600" b="0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，低效群平均</a:t>
            </a:r>
            <a:r>
              <a:rPr lang="en-US" altLang="zh-CN" sz="1600" b="0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EEF</a:t>
            </a:r>
            <a:r>
              <a:rPr lang="zh-CN" altLang="en-US" sz="1600" b="0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为</a:t>
            </a:r>
            <a:r>
              <a:rPr lang="en-US" altLang="zh-CN" sz="1600" b="0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302</a:t>
            </a:r>
          </a:p>
          <a:p>
            <a:pPr marL="0" marR="0" lvl="0" indent="0" algn="l" defTabSz="182880" rtl="0" eaLnBrk="1" fontAlgn="auto" latinLnBrk="0" hangingPunct="1">
              <a:lnSpc>
                <a:spcPct val="15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1600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字段含义：</a:t>
            </a:r>
            <a:r>
              <a:rPr lang="zh-CN" altLang="en-US" sz="1600" b="0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先取五个探头每个时刻的最高温度、最低温度、平均温度，在每个时刻五个探头平均温度的基础上，取该日龄的最高平均温度，最低平均温度，平均平均温度得到</a:t>
            </a:r>
            <a:r>
              <a:rPr lang="zh-CN" altLang="en-US" sz="1600" dirty="0">
                <a:latin typeface="等线" panose="02010600030101010101" pitchFamily="2" charset="-122"/>
                <a:ea typeface="等线" panose="02010600030101010101" pitchFamily="2" charset="-122"/>
              </a:rPr>
              <a:t>左边</a:t>
            </a:r>
            <a:r>
              <a:rPr lang="zh-CN" altLang="en-US" sz="1600" b="0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图像中的最低温度、最高温度、平均温度。取五个探头每个日龄的平均温度作为</a:t>
            </a:r>
            <a:r>
              <a:rPr lang="zh-CN" altLang="en-US" sz="1600" dirty="0">
                <a:latin typeface="等线" panose="02010600030101010101" pitchFamily="2" charset="-122"/>
                <a:ea typeface="等线" panose="02010600030101010101" pitchFamily="2" charset="-122"/>
              </a:rPr>
              <a:t>右图</a:t>
            </a:r>
            <a:r>
              <a:rPr lang="zh-CN" altLang="en-US" sz="1600" b="0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的温度分布</a:t>
            </a:r>
            <a:endParaRPr lang="en-US" altLang="zh-CN" sz="1600" b="0" dirty="0">
              <a:solidFill>
                <a:srgbClr val="000000"/>
              </a:solidFill>
              <a:latin typeface="等线" panose="02010600030101010101" pitchFamily="2" charset="-122"/>
              <a:ea typeface="等线" panose="02010600030101010101" pitchFamily="2" charset="-122"/>
            </a:endParaRPr>
          </a:p>
          <a:p>
            <a:pPr marL="0" marR="0" lvl="0" indent="0" algn="l" defTabSz="182880" rtl="0" eaLnBrk="1" fontAlgn="auto" latinLnBrk="0" hangingPunct="1">
              <a:lnSpc>
                <a:spcPct val="15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altLang="zh-CN" sz="16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等线" panose="02010600030101010101" pitchFamily="2" charset="-122"/>
              <a:ea typeface="等线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512399263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31A7D69-92CF-F272-46F4-36431ADFD3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箭头: 五边形 7">
            <a:extLst>
              <a:ext uri="{FF2B5EF4-FFF2-40B4-BE49-F238E27FC236}">
                <a16:creationId xmlns:a16="http://schemas.microsoft.com/office/drawing/2014/main" id="{39B87B28-0783-F334-EB78-5881D9563664}"/>
              </a:ext>
            </a:extLst>
          </p:cNvPr>
          <p:cNvSpPr/>
          <p:nvPr/>
        </p:nvSpPr>
        <p:spPr>
          <a:xfrm>
            <a:off x="0" y="864476"/>
            <a:ext cx="7592037" cy="576475"/>
          </a:xfrm>
          <a:prstGeom prst="homePlate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等线" panose="02010600030101010101" pitchFamily="2" charset="-122"/>
              <a:ea typeface="等线" panose="02010600030101010101" pitchFamily="2" charset="-122"/>
            </a:endParaRPr>
          </a:p>
        </p:txBody>
      </p:sp>
      <p:sp>
        <p:nvSpPr>
          <p:cNvPr id="4" name="标题 1">
            <a:extLst>
              <a:ext uri="{FF2B5EF4-FFF2-40B4-BE49-F238E27FC236}">
                <a16:creationId xmlns:a16="http://schemas.microsoft.com/office/drawing/2014/main" id="{FF9F5F74-50F2-3631-E7AC-63CC35DD3421}"/>
              </a:ext>
            </a:extLst>
          </p:cNvPr>
          <p:cNvSpPr txBox="1"/>
          <p:nvPr/>
        </p:nvSpPr>
        <p:spPr>
          <a:xfrm>
            <a:off x="313885" y="216182"/>
            <a:ext cx="11239200" cy="640800"/>
          </a:xfrm>
          <a:prstGeom prst="rect">
            <a:avLst/>
          </a:prstGeom>
        </p:spPr>
        <p:txBody>
          <a:bodyPr vert="horz" wrap="square" lIns="121920" tIns="60960" rIns="121920" bIns="60960" rtlCol="0" anchor="ctr" anchorCtr="0">
            <a:noAutofit/>
          </a:bodyPr>
          <a:lstStyle>
            <a:lvl1pPr algn="ctr" defTabSz="182880" rtl="0" eaLnBrk="1" latinLnBrk="0" hangingPunct="1">
              <a:spcBef>
                <a:spcPct val="0"/>
              </a:spcBef>
              <a:buNone/>
              <a:defRPr lang="en-US" sz="1500" b="1" kern="1200" cap="none" baseline="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18288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24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等线" panose="02010600030101010101" pitchFamily="2" charset="-122"/>
              <a:ea typeface="等线" panose="02010600030101010101" pitchFamily="2" charset="-122"/>
            </a:endParaRPr>
          </a:p>
        </p:txBody>
      </p:sp>
      <p:sp>
        <p:nvSpPr>
          <p:cNvPr id="2" name="标题 1">
            <a:extLst>
              <a:ext uri="{FF2B5EF4-FFF2-40B4-BE49-F238E27FC236}">
                <a16:creationId xmlns:a16="http://schemas.microsoft.com/office/drawing/2014/main" id="{972A9E01-16A7-AAC6-1C20-A9E51F4FE345}"/>
              </a:ext>
            </a:extLst>
          </p:cNvPr>
          <p:cNvSpPr txBox="1"/>
          <p:nvPr/>
        </p:nvSpPr>
        <p:spPr>
          <a:xfrm>
            <a:off x="551901" y="832313"/>
            <a:ext cx="6528407" cy="640800"/>
          </a:xfrm>
          <a:prstGeom prst="rect">
            <a:avLst/>
          </a:prstGeom>
        </p:spPr>
        <p:txBody>
          <a:bodyPr vert="horz" wrap="square" lIns="121920" tIns="60960" rIns="121920" bIns="60960" rtlCol="0" anchor="ctr" anchorCtr="0">
            <a:noAutofit/>
          </a:bodyPr>
          <a:lstStyle>
            <a:lvl1pPr algn="ctr" defTabSz="182880" rtl="0" eaLnBrk="1" latinLnBrk="0" hangingPunct="1">
              <a:spcBef>
                <a:spcPct val="0"/>
              </a:spcBef>
              <a:buNone/>
              <a:defRPr lang="en-US" sz="1500" b="1" kern="1200" cap="none" baseline="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18288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</a:rPr>
              <a:t>EEF</a:t>
            </a:r>
            <a:r>
              <a:rPr kumimoji="0" lang="zh-CN" altLang="en-US" sz="20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</a:rPr>
              <a:t>前</a:t>
            </a:r>
            <a:r>
              <a:rPr kumimoji="0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</a:rPr>
              <a:t>20%</a:t>
            </a:r>
            <a:r>
              <a:rPr kumimoji="0" lang="zh-CN" altLang="en-US" sz="20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</a:rPr>
              <a:t>的温度曲线</a:t>
            </a:r>
          </a:p>
        </p:txBody>
      </p:sp>
      <p:sp>
        <p:nvSpPr>
          <p:cNvPr id="7" name="标题 1">
            <a:extLst>
              <a:ext uri="{FF2B5EF4-FFF2-40B4-BE49-F238E27FC236}">
                <a16:creationId xmlns:a16="http://schemas.microsoft.com/office/drawing/2014/main" id="{E76D63FD-6AED-B3D2-3C4D-7265C7B6A279}"/>
              </a:ext>
            </a:extLst>
          </p:cNvPr>
          <p:cNvSpPr txBox="1"/>
          <p:nvPr/>
        </p:nvSpPr>
        <p:spPr>
          <a:xfrm>
            <a:off x="339052" y="121526"/>
            <a:ext cx="11239200" cy="640800"/>
          </a:xfrm>
          <a:prstGeom prst="rect">
            <a:avLst/>
          </a:prstGeom>
        </p:spPr>
        <p:txBody>
          <a:bodyPr vert="horz" wrap="square" lIns="121920" tIns="60960" rIns="121920" bIns="60960" rtlCol="0" anchor="ctr" anchorCtr="0">
            <a:noAutofit/>
          </a:bodyPr>
          <a:lstStyle>
            <a:lvl1pPr algn="ctr" defTabSz="182880" rtl="0" eaLnBrk="1" latinLnBrk="0" hangingPunct="1">
              <a:spcBef>
                <a:spcPct val="0"/>
              </a:spcBef>
              <a:buNone/>
              <a:defRPr lang="en-US" sz="1500" b="1" kern="1200" cap="none" baseline="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18288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US" altLang="zh-CN" sz="2800" dirty="0">
                <a:solidFill>
                  <a:schemeClr val="accent5">
                    <a:lumMod val="75000"/>
                  </a:schemeClr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EEF</a:t>
            </a:r>
            <a:r>
              <a:rPr lang="zh-CN" altLang="en-US" sz="2800" dirty="0">
                <a:solidFill>
                  <a:schemeClr val="accent5">
                    <a:lumMod val="75000"/>
                  </a:schemeClr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分析</a:t>
            </a:r>
            <a:endParaRPr kumimoji="0" lang="zh-CN" altLang="en-US" sz="2800" b="1" i="0" u="none" strike="noStrike" kern="1200" cap="none" spc="0" normalizeH="0" baseline="0" noProof="0" dirty="0">
              <a:ln>
                <a:noFill/>
              </a:ln>
              <a:solidFill>
                <a:schemeClr val="accent5">
                  <a:lumMod val="75000"/>
                </a:schemeClr>
              </a:solidFill>
              <a:effectLst/>
              <a:uLnTx/>
              <a:uFillTx/>
              <a:latin typeface="等线" panose="02010600030101010101" pitchFamily="2" charset="-122"/>
              <a:ea typeface="等线" panose="02010600030101010101" pitchFamily="2" charset="-122"/>
            </a:endParaRP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1E37E87D-316E-0374-D825-FC7247810AC1}"/>
              </a:ext>
            </a:extLst>
          </p:cNvPr>
          <p:cNvSpPr/>
          <p:nvPr/>
        </p:nvSpPr>
        <p:spPr>
          <a:xfrm>
            <a:off x="492981" y="1606656"/>
            <a:ext cx="387864" cy="1464628"/>
          </a:xfrm>
          <a:prstGeom prst="rect">
            <a:avLst/>
          </a:prstGeom>
          <a:pattFill prst="ltDnDiag">
            <a:fgClr>
              <a:schemeClr val="accent1">
                <a:lumMod val="20000"/>
                <a:lumOff val="80000"/>
              </a:schemeClr>
            </a:fgClr>
            <a:bgClr>
              <a:schemeClr val="bg1"/>
            </a:bgClr>
          </a:pattFill>
          <a:ln w="19050"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rIns="72000" rtlCol="0" anchor="ctr" anchorCtr="0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sz="1600" b="1" dirty="0">
                <a:solidFill>
                  <a:srgbClr val="33A3FF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探查方法</a:t>
            </a:r>
            <a:endParaRPr kumimoji="0" lang="zh-CN" altLang="en-US" sz="1600" b="1" i="0" u="none" strike="noStrike" kern="1200" cap="none" spc="0" normalizeH="0" baseline="0" noProof="0" dirty="0">
              <a:ln>
                <a:noFill/>
              </a:ln>
              <a:solidFill>
                <a:srgbClr val="33A3FF"/>
              </a:solidFill>
              <a:effectLst/>
              <a:uLnTx/>
              <a:uFillTx/>
              <a:latin typeface="等线" panose="02010600030101010101" pitchFamily="2" charset="-122"/>
              <a:ea typeface="等线" panose="02010600030101010101" pitchFamily="2" charset="-122"/>
            </a:endParaRPr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1CD9E3C4-F5D8-30B1-3F12-2CD17EFA2AF1}"/>
              </a:ext>
            </a:extLst>
          </p:cNvPr>
          <p:cNvSpPr/>
          <p:nvPr/>
        </p:nvSpPr>
        <p:spPr>
          <a:xfrm>
            <a:off x="492981" y="1606658"/>
            <a:ext cx="11060104" cy="1464626"/>
          </a:xfrm>
          <a:prstGeom prst="rect">
            <a:avLst/>
          </a:prstGeom>
          <a:noFill/>
          <a:ln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等线" panose="02010600030101010101" pitchFamily="2" charset="-122"/>
              <a:ea typeface="等线" panose="02010600030101010101" pitchFamily="2" charset="-122"/>
            </a:endParaRPr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B110D11C-F646-723C-D20C-CB9F76F31B2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6913" y="3547210"/>
            <a:ext cx="5111692" cy="2592494"/>
          </a:xfrm>
          <a:prstGeom prst="rect">
            <a:avLst/>
          </a:prstGeom>
        </p:spPr>
      </p:pic>
      <p:pic>
        <p:nvPicPr>
          <p:cNvPr id="10" name="图片 9">
            <a:extLst>
              <a:ext uri="{FF2B5EF4-FFF2-40B4-BE49-F238E27FC236}">
                <a16:creationId xmlns:a16="http://schemas.microsoft.com/office/drawing/2014/main" id="{FEC20055-DAC1-149F-4DCA-13AB95413F4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0" y="3236991"/>
            <a:ext cx="5658234" cy="3257771"/>
          </a:xfrm>
          <a:prstGeom prst="rect">
            <a:avLst/>
          </a:prstGeom>
        </p:spPr>
      </p:pic>
      <p:sp>
        <p:nvSpPr>
          <p:cNvPr id="11" name="标题 1">
            <a:extLst>
              <a:ext uri="{FF2B5EF4-FFF2-40B4-BE49-F238E27FC236}">
                <a16:creationId xmlns:a16="http://schemas.microsoft.com/office/drawing/2014/main" id="{ECAB3874-09E0-28E4-7A83-353494048461}"/>
              </a:ext>
            </a:extLst>
          </p:cNvPr>
          <p:cNvSpPr txBox="1"/>
          <p:nvPr/>
        </p:nvSpPr>
        <p:spPr>
          <a:xfrm>
            <a:off x="971850" y="1859873"/>
            <a:ext cx="10581235" cy="1211410"/>
          </a:xfrm>
          <a:prstGeom prst="rect">
            <a:avLst/>
          </a:prstGeom>
        </p:spPr>
        <p:txBody>
          <a:bodyPr vert="horz" wrap="square" lIns="121920" tIns="60960" rIns="121920" bIns="60960" rtlCol="0" anchor="ctr" anchorCtr="0">
            <a:noAutofit/>
          </a:bodyPr>
          <a:lstStyle>
            <a:lvl1pPr algn="ctr" defTabSz="182880" rtl="0" eaLnBrk="1" latinLnBrk="0" hangingPunct="1">
              <a:spcBef>
                <a:spcPct val="0"/>
              </a:spcBef>
              <a:buNone/>
              <a:defRPr lang="en-US" sz="1500" b="1" kern="1200" cap="none" baseline="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182880" rtl="0" eaLnBrk="1" fontAlgn="auto" latinLnBrk="0" hangingPunct="1">
              <a:lnSpc>
                <a:spcPct val="15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60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</a:rPr>
              <a:t>数据处理：</a:t>
            </a:r>
            <a:r>
              <a:rPr lang="zh-CN" altLang="en-US" sz="1600" b="0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取每月</a:t>
            </a:r>
            <a:r>
              <a:rPr lang="en-US" altLang="zh-CN" sz="1600" b="0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EEF</a:t>
            </a:r>
            <a:r>
              <a:rPr lang="zh-CN" altLang="en-US" sz="1600" b="0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排名前</a:t>
            </a:r>
            <a:r>
              <a:rPr lang="en-US" altLang="zh-CN" sz="1600" b="0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20%</a:t>
            </a:r>
            <a:r>
              <a:rPr lang="zh-CN" altLang="en-US" sz="1600" b="0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的栋舍记为高效群，后</a:t>
            </a:r>
            <a:r>
              <a:rPr lang="en-US" altLang="zh-CN" sz="1600" b="0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20%</a:t>
            </a:r>
            <a:r>
              <a:rPr lang="zh-CN" altLang="en-US" sz="1600" b="0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为低效群。高效群平均</a:t>
            </a:r>
            <a:r>
              <a:rPr lang="en-US" altLang="zh-CN" sz="1600" b="0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EEF</a:t>
            </a:r>
            <a:r>
              <a:rPr lang="zh-CN" altLang="en-US" sz="1600" b="0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为</a:t>
            </a:r>
            <a:r>
              <a:rPr lang="en-US" altLang="zh-CN" sz="1600" b="0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418</a:t>
            </a:r>
            <a:r>
              <a:rPr lang="zh-CN" altLang="en-US" sz="1600" b="0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，低效群平均</a:t>
            </a:r>
            <a:r>
              <a:rPr lang="en-US" altLang="zh-CN" sz="1600" b="0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EEF</a:t>
            </a:r>
            <a:r>
              <a:rPr lang="zh-CN" altLang="en-US" sz="1600" b="0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为</a:t>
            </a:r>
            <a:r>
              <a:rPr lang="en-US" altLang="zh-CN" sz="1600" b="0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302</a:t>
            </a:r>
          </a:p>
          <a:p>
            <a:pPr marL="0" marR="0" lvl="0" indent="0" algn="l" defTabSz="182880" rtl="0" eaLnBrk="1" fontAlgn="auto" latinLnBrk="0" hangingPunct="1">
              <a:lnSpc>
                <a:spcPct val="15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1600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字段含义：</a:t>
            </a:r>
            <a:r>
              <a:rPr lang="zh-CN" altLang="en-US" sz="1600" b="0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先取五个探头每个时刻的最高温度、最低温度、平均温度，在每个时刻五个探头平均温度的基础上，取该日龄的最高平均温度，最低平均温度，平均平均温度得到</a:t>
            </a:r>
            <a:r>
              <a:rPr lang="zh-CN" altLang="en-US" sz="1600" dirty="0">
                <a:latin typeface="等线" panose="02010600030101010101" pitchFamily="2" charset="-122"/>
                <a:ea typeface="等线" panose="02010600030101010101" pitchFamily="2" charset="-122"/>
              </a:rPr>
              <a:t>左边</a:t>
            </a:r>
            <a:r>
              <a:rPr lang="zh-CN" altLang="en-US" sz="1600" b="0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图像中的最低温度、最高温度、平均温度。取五个探头每个日龄的平均温度作为</a:t>
            </a:r>
            <a:r>
              <a:rPr lang="zh-CN" altLang="en-US" sz="1600" dirty="0">
                <a:latin typeface="等线" panose="02010600030101010101" pitchFamily="2" charset="-122"/>
                <a:ea typeface="等线" panose="02010600030101010101" pitchFamily="2" charset="-122"/>
              </a:rPr>
              <a:t>右图</a:t>
            </a:r>
            <a:r>
              <a:rPr lang="zh-CN" altLang="en-US" sz="1600" b="0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的温度分布</a:t>
            </a:r>
            <a:endParaRPr lang="en-US" altLang="zh-CN" sz="1600" b="0" dirty="0">
              <a:solidFill>
                <a:srgbClr val="000000"/>
              </a:solidFill>
              <a:latin typeface="等线" panose="02010600030101010101" pitchFamily="2" charset="-122"/>
              <a:ea typeface="等线" panose="02010600030101010101" pitchFamily="2" charset="-122"/>
            </a:endParaRPr>
          </a:p>
          <a:p>
            <a:pPr marL="0" marR="0" lvl="0" indent="0" algn="l" defTabSz="182880" rtl="0" eaLnBrk="1" fontAlgn="auto" latinLnBrk="0" hangingPunct="1">
              <a:lnSpc>
                <a:spcPct val="15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altLang="zh-CN" sz="16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等线" panose="02010600030101010101" pitchFamily="2" charset="-122"/>
              <a:ea typeface="等线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412373739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1CB8CBE-0CF3-D692-0C65-31C16B4DE7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箭头: 五边形 7">
            <a:extLst>
              <a:ext uri="{FF2B5EF4-FFF2-40B4-BE49-F238E27FC236}">
                <a16:creationId xmlns:a16="http://schemas.microsoft.com/office/drawing/2014/main" id="{3FB370D2-14C2-6B5A-685F-303272F44DF2}"/>
              </a:ext>
            </a:extLst>
          </p:cNvPr>
          <p:cNvSpPr/>
          <p:nvPr/>
        </p:nvSpPr>
        <p:spPr>
          <a:xfrm>
            <a:off x="0" y="864476"/>
            <a:ext cx="7592037" cy="576475"/>
          </a:xfrm>
          <a:prstGeom prst="homePlate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等线" panose="02010600030101010101" pitchFamily="2" charset="-122"/>
              <a:ea typeface="等线" panose="02010600030101010101" pitchFamily="2" charset="-122"/>
            </a:endParaRPr>
          </a:p>
        </p:txBody>
      </p:sp>
      <p:sp>
        <p:nvSpPr>
          <p:cNvPr id="4" name="标题 1">
            <a:extLst>
              <a:ext uri="{FF2B5EF4-FFF2-40B4-BE49-F238E27FC236}">
                <a16:creationId xmlns:a16="http://schemas.microsoft.com/office/drawing/2014/main" id="{2450C629-97D7-7125-0984-92106B0B7087}"/>
              </a:ext>
            </a:extLst>
          </p:cNvPr>
          <p:cNvSpPr txBox="1"/>
          <p:nvPr/>
        </p:nvSpPr>
        <p:spPr>
          <a:xfrm>
            <a:off x="313885" y="216182"/>
            <a:ext cx="11239200" cy="640800"/>
          </a:xfrm>
          <a:prstGeom prst="rect">
            <a:avLst/>
          </a:prstGeom>
        </p:spPr>
        <p:txBody>
          <a:bodyPr vert="horz" wrap="square" lIns="121920" tIns="60960" rIns="121920" bIns="60960" rtlCol="0" anchor="ctr" anchorCtr="0">
            <a:noAutofit/>
          </a:bodyPr>
          <a:lstStyle>
            <a:lvl1pPr algn="ctr" defTabSz="182880" rtl="0" eaLnBrk="1" latinLnBrk="0" hangingPunct="1">
              <a:spcBef>
                <a:spcPct val="0"/>
              </a:spcBef>
              <a:buNone/>
              <a:defRPr lang="en-US" sz="1500" b="1" kern="1200" cap="none" baseline="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18288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24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等线" panose="02010600030101010101" pitchFamily="2" charset="-122"/>
              <a:ea typeface="等线" panose="02010600030101010101" pitchFamily="2" charset="-122"/>
            </a:endParaRPr>
          </a:p>
        </p:txBody>
      </p:sp>
      <p:sp>
        <p:nvSpPr>
          <p:cNvPr id="2" name="标题 1">
            <a:extLst>
              <a:ext uri="{FF2B5EF4-FFF2-40B4-BE49-F238E27FC236}">
                <a16:creationId xmlns:a16="http://schemas.microsoft.com/office/drawing/2014/main" id="{B877E6FF-EFE0-E155-E59E-C74EAC8F7352}"/>
              </a:ext>
            </a:extLst>
          </p:cNvPr>
          <p:cNvSpPr txBox="1"/>
          <p:nvPr/>
        </p:nvSpPr>
        <p:spPr>
          <a:xfrm>
            <a:off x="551901" y="832313"/>
            <a:ext cx="6528407" cy="640800"/>
          </a:xfrm>
          <a:prstGeom prst="rect">
            <a:avLst/>
          </a:prstGeom>
        </p:spPr>
        <p:txBody>
          <a:bodyPr vert="horz" wrap="square" lIns="121920" tIns="60960" rIns="121920" bIns="60960" rtlCol="0" anchor="ctr" anchorCtr="0">
            <a:noAutofit/>
          </a:bodyPr>
          <a:lstStyle>
            <a:lvl1pPr algn="ctr" defTabSz="182880" rtl="0" eaLnBrk="1" latinLnBrk="0" hangingPunct="1">
              <a:spcBef>
                <a:spcPct val="0"/>
              </a:spcBef>
              <a:buNone/>
              <a:defRPr lang="en-US" sz="1500" b="1" kern="1200" cap="none" baseline="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18288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</a:rPr>
              <a:t>EEF</a:t>
            </a:r>
            <a:r>
              <a:rPr kumimoji="0" lang="zh-CN" altLang="en-US" sz="20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</a:rPr>
              <a:t>前</a:t>
            </a:r>
            <a:r>
              <a:rPr kumimoji="0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</a:rPr>
              <a:t>20%</a:t>
            </a:r>
            <a:r>
              <a:rPr kumimoji="0" lang="zh-CN" altLang="en-US" sz="20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</a:rPr>
              <a:t>的温度曲线</a:t>
            </a:r>
          </a:p>
        </p:txBody>
      </p:sp>
      <p:sp>
        <p:nvSpPr>
          <p:cNvPr id="7" name="标题 1">
            <a:extLst>
              <a:ext uri="{FF2B5EF4-FFF2-40B4-BE49-F238E27FC236}">
                <a16:creationId xmlns:a16="http://schemas.microsoft.com/office/drawing/2014/main" id="{5900873E-72B7-A8BC-D17F-52EF09411E78}"/>
              </a:ext>
            </a:extLst>
          </p:cNvPr>
          <p:cNvSpPr txBox="1"/>
          <p:nvPr/>
        </p:nvSpPr>
        <p:spPr>
          <a:xfrm>
            <a:off x="339052" y="121526"/>
            <a:ext cx="11239200" cy="640800"/>
          </a:xfrm>
          <a:prstGeom prst="rect">
            <a:avLst/>
          </a:prstGeom>
        </p:spPr>
        <p:txBody>
          <a:bodyPr vert="horz" wrap="square" lIns="121920" tIns="60960" rIns="121920" bIns="60960" rtlCol="0" anchor="ctr" anchorCtr="0">
            <a:noAutofit/>
          </a:bodyPr>
          <a:lstStyle>
            <a:lvl1pPr algn="ctr" defTabSz="182880" rtl="0" eaLnBrk="1" latinLnBrk="0" hangingPunct="1">
              <a:spcBef>
                <a:spcPct val="0"/>
              </a:spcBef>
              <a:buNone/>
              <a:defRPr lang="en-US" sz="1500" b="1" kern="1200" cap="none" baseline="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18288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US" altLang="zh-CN" sz="2800" dirty="0">
                <a:solidFill>
                  <a:schemeClr val="accent5">
                    <a:lumMod val="75000"/>
                  </a:schemeClr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EEF</a:t>
            </a:r>
            <a:r>
              <a:rPr lang="zh-CN" altLang="en-US" sz="2800" dirty="0">
                <a:solidFill>
                  <a:schemeClr val="accent5">
                    <a:lumMod val="75000"/>
                  </a:schemeClr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分析</a:t>
            </a:r>
            <a:endParaRPr kumimoji="0" lang="zh-CN" altLang="en-US" sz="2800" b="1" i="0" u="none" strike="noStrike" kern="1200" cap="none" spc="0" normalizeH="0" baseline="0" noProof="0" dirty="0">
              <a:ln>
                <a:noFill/>
              </a:ln>
              <a:solidFill>
                <a:schemeClr val="accent5">
                  <a:lumMod val="75000"/>
                </a:schemeClr>
              </a:solidFill>
              <a:effectLst/>
              <a:uLnTx/>
              <a:uFillTx/>
              <a:latin typeface="等线" panose="02010600030101010101" pitchFamily="2" charset="-122"/>
              <a:ea typeface="等线" panose="02010600030101010101" pitchFamily="2" charset="-122"/>
            </a:endParaRP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DC5C474B-719D-640A-6226-5C3E08FB14AF}"/>
              </a:ext>
            </a:extLst>
          </p:cNvPr>
          <p:cNvSpPr/>
          <p:nvPr/>
        </p:nvSpPr>
        <p:spPr>
          <a:xfrm>
            <a:off x="492981" y="1606656"/>
            <a:ext cx="387864" cy="1464628"/>
          </a:xfrm>
          <a:prstGeom prst="rect">
            <a:avLst/>
          </a:prstGeom>
          <a:pattFill prst="ltDnDiag">
            <a:fgClr>
              <a:schemeClr val="accent1">
                <a:lumMod val="20000"/>
                <a:lumOff val="80000"/>
              </a:schemeClr>
            </a:fgClr>
            <a:bgClr>
              <a:schemeClr val="bg1"/>
            </a:bgClr>
          </a:pattFill>
          <a:ln w="19050"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rIns="72000" rtlCol="0" anchor="ctr" anchorCtr="0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sz="1600" b="1" dirty="0">
                <a:solidFill>
                  <a:srgbClr val="33A3FF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探查方法</a:t>
            </a:r>
            <a:endParaRPr kumimoji="0" lang="zh-CN" altLang="en-US" sz="1600" b="1" i="0" u="none" strike="noStrike" kern="1200" cap="none" spc="0" normalizeH="0" baseline="0" noProof="0" dirty="0">
              <a:ln>
                <a:noFill/>
              </a:ln>
              <a:solidFill>
                <a:srgbClr val="33A3FF"/>
              </a:solidFill>
              <a:effectLst/>
              <a:uLnTx/>
              <a:uFillTx/>
              <a:latin typeface="等线" panose="02010600030101010101" pitchFamily="2" charset="-122"/>
              <a:ea typeface="等线" panose="02010600030101010101" pitchFamily="2" charset="-122"/>
            </a:endParaRPr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4FACBC7A-B75E-4EA2-84AA-D3355CEC8D59}"/>
              </a:ext>
            </a:extLst>
          </p:cNvPr>
          <p:cNvSpPr/>
          <p:nvPr/>
        </p:nvSpPr>
        <p:spPr>
          <a:xfrm>
            <a:off x="492981" y="1606658"/>
            <a:ext cx="11060104" cy="1464626"/>
          </a:xfrm>
          <a:prstGeom prst="rect">
            <a:avLst/>
          </a:prstGeom>
          <a:noFill/>
          <a:ln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等线" panose="02010600030101010101" pitchFamily="2" charset="-122"/>
              <a:ea typeface="等线" panose="02010600030101010101" pitchFamily="2" charset="-122"/>
            </a:endParaRPr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906AA56C-6C92-4F12-520B-4EFC2C73A7B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9052" y="3236990"/>
            <a:ext cx="5910360" cy="2868536"/>
          </a:xfrm>
          <a:prstGeom prst="rect">
            <a:avLst/>
          </a:prstGeom>
        </p:spPr>
      </p:pic>
      <p:pic>
        <p:nvPicPr>
          <p:cNvPr id="10" name="图片 9">
            <a:extLst>
              <a:ext uri="{FF2B5EF4-FFF2-40B4-BE49-F238E27FC236}">
                <a16:creationId xmlns:a16="http://schemas.microsoft.com/office/drawing/2014/main" id="{FA6D407A-8D06-8D06-F1CD-075D916D5C8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69424" y="3236990"/>
            <a:ext cx="5083524" cy="2868537"/>
          </a:xfrm>
          <a:prstGeom prst="rect">
            <a:avLst/>
          </a:prstGeom>
        </p:spPr>
      </p:pic>
      <p:sp>
        <p:nvSpPr>
          <p:cNvPr id="11" name="标题 1">
            <a:extLst>
              <a:ext uri="{FF2B5EF4-FFF2-40B4-BE49-F238E27FC236}">
                <a16:creationId xmlns:a16="http://schemas.microsoft.com/office/drawing/2014/main" id="{CDC1049D-1E53-302B-5269-B54B8929D100}"/>
              </a:ext>
            </a:extLst>
          </p:cNvPr>
          <p:cNvSpPr txBox="1"/>
          <p:nvPr/>
        </p:nvSpPr>
        <p:spPr>
          <a:xfrm>
            <a:off x="971850" y="1859873"/>
            <a:ext cx="10581235" cy="1211410"/>
          </a:xfrm>
          <a:prstGeom prst="rect">
            <a:avLst/>
          </a:prstGeom>
        </p:spPr>
        <p:txBody>
          <a:bodyPr vert="horz" wrap="square" lIns="121920" tIns="60960" rIns="121920" bIns="60960" rtlCol="0" anchor="ctr" anchorCtr="0">
            <a:noAutofit/>
          </a:bodyPr>
          <a:lstStyle>
            <a:lvl1pPr algn="ctr" defTabSz="182880" rtl="0" eaLnBrk="1" latinLnBrk="0" hangingPunct="1">
              <a:spcBef>
                <a:spcPct val="0"/>
              </a:spcBef>
              <a:buNone/>
              <a:defRPr lang="en-US" sz="1500" b="1" kern="1200" cap="none" baseline="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182880" rtl="0" eaLnBrk="1" fontAlgn="auto" latinLnBrk="0" hangingPunct="1">
              <a:lnSpc>
                <a:spcPct val="15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60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</a:rPr>
              <a:t>数据处理：</a:t>
            </a:r>
            <a:r>
              <a:rPr lang="zh-CN" altLang="en-US" sz="1600" b="0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取每月</a:t>
            </a:r>
            <a:r>
              <a:rPr lang="en-US" altLang="zh-CN" sz="1600" b="0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EEF</a:t>
            </a:r>
            <a:r>
              <a:rPr lang="zh-CN" altLang="en-US" sz="1600" b="0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排名前</a:t>
            </a:r>
            <a:r>
              <a:rPr lang="en-US" altLang="zh-CN" sz="1600" b="0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20%</a:t>
            </a:r>
            <a:r>
              <a:rPr lang="zh-CN" altLang="en-US" sz="1600" b="0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的栋舍记为高效群，后</a:t>
            </a:r>
            <a:r>
              <a:rPr lang="en-US" altLang="zh-CN" sz="1600" b="0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20%</a:t>
            </a:r>
            <a:r>
              <a:rPr lang="zh-CN" altLang="en-US" sz="1600" b="0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为低效群。高效群平均</a:t>
            </a:r>
            <a:r>
              <a:rPr lang="en-US" altLang="zh-CN" sz="1600" b="0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EEF</a:t>
            </a:r>
            <a:r>
              <a:rPr lang="zh-CN" altLang="en-US" sz="1600" b="0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为</a:t>
            </a:r>
            <a:r>
              <a:rPr lang="en-US" altLang="zh-CN" sz="1600" b="0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418</a:t>
            </a:r>
            <a:r>
              <a:rPr lang="zh-CN" altLang="en-US" sz="1600" b="0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，低效群平均</a:t>
            </a:r>
            <a:r>
              <a:rPr lang="en-US" altLang="zh-CN" sz="1600" b="0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EEF</a:t>
            </a:r>
            <a:r>
              <a:rPr lang="zh-CN" altLang="en-US" sz="1600" b="0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为</a:t>
            </a:r>
            <a:r>
              <a:rPr lang="en-US" altLang="zh-CN" sz="1600" b="0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302</a:t>
            </a:r>
          </a:p>
          <a:p>
            <a:pPr marL="0" marR="0" lvl="0" indent="0" algn="l" defTabSz="182880" rtl="0" eaLnBrk="1" fontAlgn="auto" latinLnBrk="0" hangingPunct="1">
              <a:lnSpc>
                <a:spcPct val="15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1600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字段含义：</a:t>
            </a:r>
            <a:r>
              <a:rPr lang="zh-CN" altLang="en-US" sz="1600" b="0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先取五个探头每个时刻的最高温度、最低温度、平均温度，在每个时刻五个探头平均温度的基础上，取该日龄的最高平均温度，最低平均温度，平均平均温度得到</a:t>
            </a:r>
            <a:r>
              <a:rPr lang="zh-CN" altLang="en-US" sz="1600" dirty="0">
                <a:latin typeface="等线" panose="02010600030101010101" pitchFamily="2" charset="-122"/>
                <a:ea typeface="等线" panose="02010600030101010101" pitchFamily="2" charset="-122"/>
              </a:rPr>
              <a:t>左边</a:t>
            </a:r>
            <a:r>
              <a:rPr lang="zh-CN" altLang="en-US" sz="1600" b="0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图像中的最低温度、最高温度、平均温度。取五个探头每个日龄的平均温度作为</a:t>
            </a:r>
            <a:r>
              <a:rPr lang="zh-CN" altLang="en-US" sz="1600" dirty="0">
                <a:latin typeface="等线" panose="02010600030101010101" pitchFamily="2" charset="-122"/>
                <a:ea typeface="等线" panose="02010600030101010101" pitchFamily="2" charset="-122"/>
              </a:rPr>
              <a:t>右图</a:t>
            </a:r>
            <a:r>
              <a:rPr lang="zh-CN" altLang="en-US" sz="1600" b="0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的温度分布</a:t>
            </a:r>
            <a:endParaRPr lang="en-US" altLang="zh-CN" sz="1600" b="0" dirty="0">
              <a:solidFill>
                <a:srgbClr val="000000"/>
              </a:solidFill>
              <a:latin typeface="等线" panose="02010600030101010101" pitchFamily="2" charset="-122"/>
              <a:ea typeface="等线" panose="02010600030101010101" pitchFamily="2" charset="-122"/>
            </a:endParaRPr>
          </a:p>
          <a:p>
            <a:pPr marL="0" marR="0" lvl="0" indent="0" algn="l" defTabSz="182880" rtl="0" eaLnBrk="1" fontAlgn="auto" latinLnBrk="0" hangingPunct="1">
              <a:lnSpc>
                <a:spcPct val="15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altLang="zh-CN" sz="16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等线" panose="02010600030101010101" pitchFamily="2" charset="-122"/>
              <a:ea typeface="等线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624227191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FCA0759-4693-0A0C-ACDC-5905187D4B0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箭头: 五边形 7">
            <a:extLst>
              <a:ext uri="{FF2B5EF4-FFF2-40B4-BE49-F238E27FC236}">
                <a16:creationId xmlns:a16="http://schemas.microsoft.com/office/drawing/2014/main" id="{898C5510-52E4-5F17-8F58-E1674B9C0A82}"/>
              </a:ext>
            </a:extLst>
          </p:cNvPr>
          <p:cNvSpPr/>
          <p:nvPr/>
        </p:nvSpPr>
        <p:spPr>
          <a:xfrm>
            <a:off x="0" y="864476"/>
            <a:ext cx="7592037" cy="576475"/>
          </a:xfrm>
          <a:prstGeom prst="homePlate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等线" panose="02010600030101010101" pitchFamily="2" charset="-122"/>
              <a:ea typeface="等线" panose="02010600030101010101" pitchFamily="2" charset="-122"/>
            </a:endParaRPr>
          </a:p>
        </p:txBody>
      </p:sp>
      <p:sp>
        <p:nvSpPr>
          <p:cNvPr id="4" name="标题 1">
            <a:extLst>
              <a:ext uri="{FF2B5EF4-FFF2-40B4-BE49-F238E27FC236}">
                <a16:creationId xmlns:a16="http://schemas.microsoft.com/office/drawing/2014/main" id="{25258E28-3C99-B66E-450A-6361CF46D28A}"/>
              </a:ext>
            </a:extLst>
          </p:cNvPr>
          <p:cNvSpPr txBox="1"/>
          <p:nvPr/>
        </p:nvSpPr>
        <p:spPr>
          <a:xfrm>
            <a:off x="313885" y="216182"/>
            <a:ext cx="11239200" cy="640800"/>
          </a:xfrm>
          <a:prstGeom prst="rect">
            <a:avLst/>
          </a:prstGeom>
        </p:spPr>
        <p:txBody>
          <a:bodyPr vert="horz" wrap="square" lIns="121920" tIns="60960" rIns="121920" bIns="60960" rtlCol="0" anchor="ctr" anchorCtr="0">
            <a:noAutofit/>
          </a:bodyPr>
          <a:lstStyle>
            <a:lvl1pPr algn="ctr" defTabSz="182880" rtl="0" eaLnBrk="1" latinLnBrk="0" hangingPunct="1">
              <a:spcBef>
                <a:spcPct val="0"/>
              </a:spcBef>
              <a:buNone/>
              <a:defRPr lang="en-US" sz="1500" b="1" kern="1200" cap="none" baseline="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18288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24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等线" panose="02010600030101010101" pitchFamily="2" charset="-122"/>
              <a:ea typeface="等线" panose="02010600030101010101" pitchFamily="2" charset="-122"/>
            </a:endParaRPr>
          </a:p>
        </p:txBody>
      </p:sp>
      <p:sp>
        <p:nvSpPr>
          <p:cNvPr id="2" name="标题 1">
            <a:extLst>
              <a:ext uri="{FF2B5EF4-FFF2-40B4-BE49-F238E27FC236}">
                <a16:creationId xmlns:a16="http://schemas.microsoft.com/office/drawing/2014/main" id="{C412E042-B907-2C9D-B5FB-ECE5DA326DF9}"/>
              </a:ext>
            </a:extLst>
          </p:cNvPr>
          <p:cNvSpPr txBox="1"/>
          <p:nvPr/>
        </p:nvSpPr>
        <p:spPr>
          <a:xfrm>
            <a:off x="551901" y="832313"/>
            <a:ext cx="6528407" cy="640800"/>
          </a:xfrm>
          <a:prstGeom prst="rect">
            <a:avLst/>
          </a:prstGeom>
        </p:spPr>
        <p:txBody>
          <a:bodyPr vert="horz" wrap="square" lIns="121920" tIns="60960" rIns="121920" bIns="60960" rtlCol="0" anchor="ctr" anchorCtr="0">
            <a:noAutofit/>
          </a:bodyPr>
          <a:lstStyle>
            <a:lvl1pPr algn="ctr" defTabSz="182880" rtl="0" eaLnBrk="1" latinLnBrk="0" hangingPunct="1">
              <a:spcBef>
                <a:spcPct val="0"/>
              </a:spcBef>
              <a:buNone/>
              <a:defRPr lang="en-US" sz="1500" b="1" kern="1200" cap="none" baseline="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18288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</a:rPr>
              <a:t>EEF</a:t>
            </a:r>
            <a:r>
              <a:rPr kumimoji="0" lang="zh-CN" altLang="en-US" sz="20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</a:rPr>
              <a:t>前</a:t>
            </a:r>
            <a:r>
              <a:rPr kumimoji="0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</a:rPr>
              <a:t>20%</a:t>
            </a:r>
            <a:r>
              <a:rPr kumimoji="0" lang="zh-CN" altLang="en-US" sz="20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</a:rPr>
              <a:t>的温度曲线</a:t>
            </a:r>
          </a:p>
        </p:txBody>
      </p:sp>
      <p:sp>
        <p:nvSpPr>
          <p:cNvPr id="7" name="标题 1">
            <a:extLst>
              <a:ext uri="{FF2B5EF4-FFF2-40B4-BE49-F238E27FC236}">
                <a16:creationId xmlns:a16="http://schemas.microsoft.com/office/drawing/2014/main" id="{9F98D27A-D41A-3AC9-4696-C0E95C63D380}"/>
              </a:ext>
            </a:extLst>
          </p:cNvPr>
          <p:cNvSpPr txBox="1"/>
          <p:nvPr/>
        </p:nvSpPr>
        <p:spPr>
          <a:xfrm>
            <a:off x="339052" y="121526"/>
            <a:ext cx="11239200" cy="640800"/>
          </a:xfrm>
          <a:prstGeom prst="rect">
            <a:avLst/>
          </a:prstGeom>
        </p:spPr>
        <p:txBody>
          <a:bodyPr vert="horz" wrap="square" lIns="121920" tIns="60960" rIns="121920" bIns="60960" rtlCol="0" anchor="ctr" anchorCtr="0">
            <a:noAutofit/>
          </a:bodyPr>
          <a:lstStyle>
            <a:lvl1pPr algn="ctr" defTabSz="182880" rtl="0" eaLnBrk="1" latinLnBrk="0" hangingPunct="1">
              <a:spcBef>
                <a:spcPct val="0"/>
              </a:spcBef>
              <a:buNone/>
              <a:defRPr lang="en-US" sz="1500" b="1" kern="1200" cap="none" baseline="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18288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US" altLang="zh-CN" sz="2800" dirty="0">
                <a:solidFill>
                  <a:schemeClr val="accent5">
                    <a:lumMod val="75000"/>
                  </a:schemeClr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EEF</a:t>
            </a:r>
            <a:r>
              <a:rPr lang="zh-CN" altLang="en-US" sz="2800" dirty="0">
                <a:solidFill>
                  <a:schemeClr val="accent5">
                    <a:lumMod val="75000"/>
                  </a:schemeClr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分析</a:t>
            </a:r>
            <a:endParaRPr kumimoji="0" lang="zh-CN" altLang="en-US" sz="2800" b="1" i="0" u="none" strike="noStrike" kern="1200" cap="none" spc="0" normalizeH="0" baseline="0" noProof="0" dirty="0">
              <a:ln>
                <a:noFill/>
              </a:ln>
              <a:solidFill>
                <a:schemeClr val="accent5">
                  <a:lumMod val="75000"/>
                </a:schemeClr>
              </a:solidFill>
              <a:effectLst/>
              <a:uLnTx/>
              <a:uFillTx/>
              <a:latin typeface="等线" panose="02010600030101010101" pitchFamily="2" charset="-122"/>
              <a:ea typeface="等线" panose="02010600030101010101" pitchFamily="2" charset="-122"/>
            </a:endParaRP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20C40686-6F80-4903-7E76-A7A6235E22D2}"/>
              </a:ext>
            </a:extLst>
          </p:cNvPr>
          <p:cNvSpPr/>
          <p:nvPr/>
        </p:nvSpPr>
        <p:spPr>
          <a:xfrm>
            <a:off x="492981" y="1606656"/>
            <a:ext cx="387864" cy="1464628"/>
          </a:xfrm>
          <a:prstGeom prst="rect">
            <a:avLst/>
          </a:prstGeom>
          <a:pattFill prst="ltDnDiag">
            <a:fgClr>
              <a:schemeClr val="accent1">
                <a:lumMod val="20000"/>
                <a:lumOff val="80000"/>
              </a:schemeClr>
            </a:fgClr>
            <a:bgClr>
              <a:schemeClr val="bg1"/>
            </a:bgClr>
          </a:pattFill>
          <a:ln w="19050"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rIns="72000" rtlCol="0" anchor="ctr" anchorCtr="0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sz="1600" b="1" dirty="0">
                <a:solidFill>
                  <a:srgbClr val="33A3FF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探查方法</a:t>
            </a:r>
            <a:endParaRPr kumimoji="0" lang="zh-CN" altLang="en-US" sz="1600" b="1" i="0" u="none" strike="noStrike" kern="1200" cap="none" spc="0" normalizeH="0" baseline="0" noProof="0" dirty="0">
              <a:ln>
                <a:noFill/>
              </a:ln>
              <a:solidFill>
                <a:srgbClr val="33A3FF"/>
              </a:solidFill>
              <a:effectLst/>
              <a:uLnTx/>
              <a:uFillTx/>
              <a:latin typeface="等线" panose="02010600030101010101" pitchFamily="2" charset="-122"/>
              <a:ea typeface="等线" panose="02010600030101010101" pitchFamily="2" charset="-122"/>
            </a:endParaRPr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B714E6C7-4119-3171-5FD4-D81293C3AC5D}"/>
              </a:ext>
            </a:extLst>
          </p:cNvPr>
          <p:cNvSpPr/>
          <p:nvPr/>
        </p:nvSpPr>
        <p:spPr>
          <a:xfrm>
            <a:off x="492981" y="1606658"/>
            <a:ext cx="11060104" cy="1464626"/>
          </a:xfrm>
          <a:prstGeom prst="rect">
            <a:avLst/>
          </a:prstGeom>
          <a:noFill/>
          <a:ln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等线" panose="02010600030101010101" pitchFamily="2" charset="-122"/>
              <a:ea typeface="等线" panose="02010600030101010101" pitchFamily="2" charset="-122"/>
            </a:endParaRPr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8D2AEBC0-B074-05CA-BB88-7C9521F5619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1901" y="3463444"/>
            <a:ext cx="5440207" cy="2735910"/>
          </a:xfrm>
          <a:prstGeom prst="rect">
            <a:avLst/>
          </a:prstGeom>
        </p:spPr>
      </p:pic>
      <p:pic>
        <p:nvPicPr>
          <p:cNvPr id="10" name="图片 9">
            <a:extLst>
              <a:ext uri="{FF2B5EF4-FFF2-40B4-BE49-F238E27FC236}">
                <a16:creationId xmlns:a16="http://schemas.microsoft.com/office/drawing/2014/main" id="{CA2E217C-3BA2-5754-59EC-1CCA657DA6D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99894" y="3354535"/>
            <a:ext cx="5571351" cy="3143250"/>
          </a:xfrm>
          <a:prstGeom prst="rect">
            <a:avLst/>
          </a:prstGeom>
        </p:spPr>
      </p:pic>
      <p:sp>
        <p:nvSpPr>
          <p:cNvPr id="11" name="标题 1">
            <a:extLst>
              <a:ext uri="{FF2B5EF4-FFF2-40B4-BE49-F238E27FC236}">
                <a16:creationId xmlns:a16="http://schemas.microsoft.com/office/drawing/2014/main" id="{23E00E7A-01CA-1CF7-0C29-62B7806EE1F4}"/>
              </a:ext>
            </a:extLst>
          </p:cNvPr>
          <p:cNvSpPr txBox="1"/>
          <p:nvPr/>
        </p:nvSpPr>
        <p:spPr>
          <a:xfrm>
            <a:off x="971850" y="1859873"/>
            <a:ext cx="10581235" cy="1211410"/>
          </a:xfrm>
          <a:prstGeom prst="rect">
            <a:avLst/>
          </a:prstGeom>
        </p:spPr>
        <p:txBody>
          <a:bodyPr vert="horz" wrap="square" lIns="121920" tIns="60960" rIns="121920" bIns="60960" rtlCol="0" anchor="ctr" anchorCtr="0">
            <a:noAutofit/>
          </a:bodyPr>
          <a:lstStyle>
            <a:lvl1pPr algn="ctr" defTabSz="182880" rtl="0" eaLnBrk="1" latinLnBrk="0" hangingPunct="1">
              <a:spcBef>
                <a:spcPct val="0"/>
              </a:spcBef>
              <a:buNone/>
              <a:defRPr lang="en-US" sz="1500" b="1" kern="1200" cap="none" baseline="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182880" rtl="0" eaLnBrk="1" fontAlgn="auto" latinLnBrk="0" hangingPunct="1">
              <a:lnSpc>
                <a:spcPct val="15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60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</a:rPr>
              <a:t>数据处理：</a:t>
            </a:r>
            <a:r>
              <a:rPr lang="zh-CN" altLang="en-US" sz="1600" b="0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取每月</a:t>
            </a:r>
            <a:r>
              <a:rPr lang="en-US" altLang="zh-CN" sz="1600" b="0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EEF</a:t>
            </a:r>
            <a:r>
              <a:rPr lang="zh-CN" altLang="en-US" sz="1600" b="0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排名前</a:t>
            </a:r>
            <a:r>
              <a:rPr lang="en-US" altLang="zh-CN" sz="1600" b="0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20%</a:t>
            </a:r>
            <a:r>
              <a:rPr lang="zh-CN" altLang="en-US" sz="1600" b="0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的栋舍记为高效群，后</a:t>
            </a:r>
            <a:r>
              <a:rPr lang="en-US" altLang="zh-CN" sz="1600" b="0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20%</a:t>
            </a:r>
            <a:r>
              <a:rPr lang="zh-CN" altLang="en-US" sz="1600" b="0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为低效群。高效群平均</a:t>
            </a:r>
            <a:r>
              <a:rPr lang="en-US" altLang="zh-CN" sz="1600" b="0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EEF</a:t>
            </a:r>
            <a:r>
              <a:rPr lang="zh-CN" altLang="en-US" sz="1600" b="0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为</a:t>
            </a:r>
            <a:r>
              <a:rPr lang="en-US" altLang="zh-CN" sz="1600" b="0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418</a:t>
            </a:r>
            <a:r>
              <a:rPr lang="zh-CN" altLang="en-US" sz="1600" b="0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，低效群平均</a:t>
            </a:r>
            <a:r>
              <a:rPr lang="en-US" altLang="zh-CN" sz="1600" b="0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EEF</a:t>
            </a:r>
            <a:r>
              <a:rPr lang="zh-CN" altLang="en-US" sz="1600" b="0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为</a:t>
            </a:r>
            <a:r>
              <a:rPr lang="en-US" altLang="zh-CN" sz="1600" b="0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302</a:t>
            </a:r>
          </a:p>
          <a:p>
            <a:pPr marL="0" marR="0" lvl="0" indent="0" algn="l" defTabSz="182880" rtl="0" eaLnBrk="1" fontAlgn="auto" latinLnBrk="0" hangingPunct="1">
              <a:lnSpc>
                <a:spcPct val="15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1600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字段含义：</a:t>
            </a:r>
            <a:r>
              <a:rPr lang="zh-CN" altLang="en-US" sz="1600" b="0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先取五个探头每个时刻的最高温度、最低温度、平均温度，在每个时刻五个探头平均温度的基础上，取该日龄的最高平均温度，最低平均温度，平均平均温度得到</a:t>
            </a:r>
            <a:r>
              <a:rPr lang="zh-CN" altLang="en-US" sz="1600" dirty="0">
                <a:latin typeface="等线" panose="02010600030101010101" pitchFamily="2" charset="-122"/>
                <a:ea typeface="等线" panose="02010600030101010101" pitchFamily="2" charset="-122"/>
              </a:rPr>
              <a:t>左边</a:t>
            </a:r>
            <a:r>
              <a:rPr lang="zh-CN" altLang="en-US" sz="1600" b="0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图像中的最低温度、最高温度、平均温度。取五个探头每个日龄的平均温度作为</a:t>
            </a:r>
            <a:r>
              <a:rPr lang="zh-CN" altLang="en-US" sz="1600" dirty="0">
                <a:latin typeface="等线" panose="02010600030101010101" pitchFamily="2" charset="-122"/>
                <a:ea typeface="等线" panose="02010600030101010101" pitchFamily="2" charset="-122"/>
              </a:rPr>
              <a:t>右图</a:t>
            </a:r>
            <a:r>
              <a:rPr lang="zh-CN" altLang="en-US" sz="1600" b="0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的温度分布</a:t>
            </a:r>
            <a:endParaRPr lang="en-US" altLang="zh-CN" sz="1600" b="0" dirty="0">
              <a:solidFill>
                <a:srgbClr val="000000"/>
              </a:solidFill>
              <a:latin typeface="等线" panose="02010600030101010101" pitchFamily="2" charset="-122"/>
              <a:ea typeface="等线" panose="02010600030101010101" pitchFamily="2" charset="-122"/>
            </a:endParaRPr>
          </a:p>
          <a:p>
            <a:pPr marL="0" marR="0" lvl="0" indent="0" algn="l" defTabSz="182880" rtl="0" eaLnBrk="1" fontAlgn="auto" latinLnBrk="0" hangingPunct="1">
              <a:lnSpc>
                <a:spcPct val="15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altLang="zh-CN" sz="16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等线" panose="02010600030101010101" pitchFamily="2" charset="-122"/>
              <a:ea typeface="等线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724391233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EB28D7A-2FF8-4367-E35C-3FFAF72F7CD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箭头: 五边形 7">
            <a:extLst>
              <a:ext uri="{FF2B5EF4-FFF2-40B4-BE49-F238E27FC236}">
                <a16:creationId xmlns:a16="http://schemas.microsoft.com/office/drawing/2014/main" id="{342D3851-5F4E-42C8-3573-A4A2D412DA1D}"/>
              </a:ext>
            </a:extLst>
          </p:cNvPr>
          <p:cNvSpPr/>
          <p:nvPr/>
        </p:nvSpPr>
        <p:spPr>
          <a:xfrm>
            <a:off x="0" y="864476"/>
            <a:ext cx="7592037" cy="576475"/>
          </a:xfrm>
          <a:prstGeom prst="homePlate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等线" panose="02010600030101010101" pitchFamily="2" charset="-122"/>
              <a:ea typeface="等线" panose="02010600030101010101" pitchFamily="2" charset="-122"/>
            </a:endParaRPr>
          </a:p>
        </p:txBody>
      </p:sp>
      <p:sp>
        <p:nvSpPr>
          <p:cNvPr id="4" name="标题 1">
            <a:extLst>
              <a:ext uri="{FF2B5EF4-FFF2-40B4-BE49-F238E27FC236}">
                <a16:creationId xmlns:a16="http://schemas.microsoft.com/office/drawing/2014/main" id="{E5335BE9-2755-2208-1B70-8791A6FE534F}"/>
              </a:ext>
            </a:extLst>
          </p:cNvPr>
          <p:cNvSpPr txBox="1"/>
          <p:nvPr/>
        </p:nvSpPr>
        <p:spPr>
          <a:xfrm>
            <a:off x="313885" y="216182"/>
            <a:ext cx="11239200" cy="640800"/>
          </a:xfrm>
          <a:prstGeom prst="rect">
            <a:avLst/>
          </a:prstGeom>
        </p:spPr>
        <p:txBody>
          <a:bodyPr vert="horz" wrap="square" lIns="121920" tIns="60960" rIns="121920" bIns="60960" rtlCol="0" anchor="ctr" anchorCtr="0">
            <a:noAutofit/>
          </a:bodyPr>
          <a:lstStyle>
            <a:lvl1pPr algn="ctr" defTabSz="182880" rtl="0" eaLnBrk="1" latinLnBrk="0" hangingPunct="1">
              <a:spcBef>
                <a:spcPct val="0"/>
              </a:spcBef>
              <a:buNone/>
              <a:defRPr lang="en-US" sz="1500" b="1" kern="1200" cap="none" baseline="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18288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24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等线" panose="02010600030101010101" pitchFamily="2" charset="-122"/>
              <a:ea typeface="等线" panose="02010600030101010101" pitchFamily="2" charset="-122"/>
            </a:endParaRPr>
          </a:p>
        </p:txBody>
      </p:sp>
      <p:sp>
        <p:nvSpPr>
          <p:cNvPr id="2" name="标题 1">
            <a:extLst>
              <a:ext uri="{FF2B5EF4-FFF2-40B4-BE49-F238E27FC236}">
                <a16:creationId xmlns:a16="http://schemas.microsoft.com/office/drawing/2014/main" id="{5804C28C-0C73-8E1E-829B-0DA18AB910C9}"/>
              </a:ext>
            </a:extLst>
          </p:cNvPr>
          <p:cNvSpPr txBox="1"/>
          <p:nvPr/>
        </p:nvSpPr>
        <p:spPr>
          <a:xfrm>
            <a:off x="551901" y="832313"/>
            <a:ext cx="6528407" cy="640800"/>
          </a:xfrm>
          <a:prstGeom prst="rect">
            <a:avLst/>
          </a:prstGeom>
        </p:spPr>
        <p:txBody>
          <a:bodyPr vert="horz" wrap="square" lIns="121920" tIns="60960" rIns="121920" bIns="60960" rtlCol="0" anchor="ctr" anchorCtr="0">
            <a:noAutofit/>
          </a:bodyPr>
          <a:lstStyle>
            <a:lvl1pPr algn="ctr" defTabSz="182880" rtl="0" eaLnBrk="1" latinLnBrk="0" hangingPunct="1">
              <a:spcBef>
                <a:spcPct val="0"/>
              </a:spcBef>
              <a:buNone/>
              <a:defRPr lang="en-US" sz="1500" b="1" kern="1200" cap="none" baseline="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18288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</a:rPr>
              <a:t>EEF</a:t>
            </a:r>
            <a:r>
              <a:rPr kumimoji="0" lang="zh-CN" altLang="en-US" sz="20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</a:rPr>
              <a:t>前</a:t>
            </a:r>
            <a:r>
              <a:rPr kumimoji="0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</a:rPr>
              <a:t>20%</a:t>
            </a:r>
            <a:r>
              <a:rPr kumimoji="0" lang="zh-CN" altLang="en-US" sz="20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</a:rPr>
              <a:t>的温度曲线</a:t>
            </a:r>
          </a:p>
        </p:txBody>
      </p:sp>
      <p:sp>
        <p:nvSpPr>
          <p:cNvPr id="7" name="标题 1">
            <a:extLst>
              <a:ext uri="{FF2B5EF4-FFF2-40B4-BE49-F238E27FC236}">
                <a16:creationId xmlns:a16="http://schemas.microsoft.com/office/drawing/2014/main" id="{ABC08890-A922-7127-5A06-9D61C636437F}"/>
              </a:ext>
            </a:extLst>
          </p:cNvPr>
          <p:cNvSpPr txBox="1"/>
          <p:nvPr/>
        </p:nvSpPr>
        <p:spPr>
          <a:xfrm>
            <a:off x="339052" y="121526"/>
            <a:ext cx="11239200" cy="640800"/>
          </a:xfrm>
          <a:prstGeom prst="rect">
            <a:avLst/>
          </a:prstGeom>
        </p:spPr>
        <p:txBody>
          <a:bodyPr vert="horz" wrap="square" lIns="121920" tIns="60960" rIns="121920" bIns="60960" rtlCol="0" anchor="ctr" anchorCtr="0">
            <a:noAutofit/>
          </a:bodyPr>
          <a:lstStyle>
            <a:lvl1pPr algn="ctr" defTabSz="182880" rtl="0" eaLnBrk="1" latinLnBrk="0" hangingPunct="1">
              <a:spcBef>
                <a:spcPct val="0"/>
              </a:spcBef>
              <a:buNone/>
              <a:defRPr lang="en-US" sz="1500" b="1" kern="1200" cap="none" baseline="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18288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US" altLang="zh-CN" sz="2800" dirty="0">
                <a:solidFill>
                  <a:schemeClr val="accent5">
                    <a:lumMod val="75000"/>
                  </a:schemeClr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EEF</a:t>
            </a:r>
            <a:r>
              <a:rPr lang="zh-CN" altLang="en-US" sz="2800" dirty="0">
                <a:solidFill>
                  <a:schemeClr val="accent5">
                    <a:lumMod val="75000"/>
                  </a:schemeClr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分析</a:t>
            </a:r>
            <a:endParaRPr kumimoji="0" lang="zh-CN" altLang="en-US" sz="2800" b="1" i="0" u="none" strike="noStrike" kern="1200" cap="none" spc="0" normalizeH="0" baseline="0" noProof="0" dirty="0">
              <a:ln>
                <a:noFill/>
              </a:ln>
              <a:solidFill>
                <a:schemeClr val="accent5">
                  <a:lumMod val="75000"/>
                </a:schemeClr>
              </a:solidFill>
              <a:effectLst/>
              <a:uLnTx/>
              <a:uFillTx/>
              <a:latin typeface="等线" panose="02010600030101010101" pitchFamily="2" charset="-122"/>
              <a:ea typeface="等线" panose="02010600030101010101" pitchFamily="2" charset="-122"/>
            </a:endParaRP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89E7C4A3-732F-211A-8420-45D4302EDF0E}"/>
              </a:ext>
            </a:extLst>
          </p:cNvPr>
          <p:cNvSpPr/>
          <p:nvPr/>
        </p:nvSpPr>
        <p:spPr>
          <a:xfrm>
            <a:off x="492981" y="1606656"/>
            <a:ext cx="387864" cy="1464628"/>
          </a:xfrm>
          <a:prstGeom prst="rect">
            <a:avLst/>
          </a:prstGeom>
          <a:pattFill prst="ltDnDiag">
            <a:fgClr>
              <a:schemeClr val="accent1">
                <a:lumMod val="20000"/>
                <a:lumOff val="80000"/>
              </a:schemeClr>
            </a:fgClr>
            <a:bgClr>
              <a:schemeClr val="bg1"/>
            </a:bgClr>
          </a:pattFill>
          <a:ln w="19050"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rIns="72000" rtlCol="0" anchor="ctr" anchorCtr="0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sz="1600" b="1" dirty="0">
                <a:solidFill>
                  <a:srgbClr val="33A3FF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探查方法</a:t>
            </a:r>
            <a:endParaRPr kumimoji="0" lang="zh-CN" altLang="en-US" sz="1600" b="1" i="0" u="none" strike="noStrike" kern="1200" cap="none" spc="0" normalizeH="0" baseline="0" noProof="0" dirty="0">
              <a:ln>
                <a:noFill/>
              </a:ln>
              <a:solidFill>
                <a:srgbClr val="33A3FF"/>
              </a:solidFill>
              <a:effectLst/>
              <a:uLnTx/>
              <a:uFillTx/>
              <a:latin typeface="等线" panose="02010600030101010101" pitchFamily="2" charset="-122"/>
              <a:ea typeface="等线" panose="02010600030101010101" pitchFamily="2" charset="-122"/>
            </a:endParaRPr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69532516-8E14-AA39-EB1F-2762830EE04F}"/>
              </a:ext>
            </a:extLst>
          </p:cNvPr>
          <p:cNvSpPr/>
          <p:nvPr/>
        </p:nvSpPr>
        <p:spPr>
          <a:xfrm>
            <a:off x="492981" y="1606658"/>
            <a:ext cx="11060104" cy="1464626"/>
          </a:xfrm>
          <a:prstGeom prst="rect">
            <a:avLst/>
          </a:prstGeom>
          <a:noFill/>
          <a:ln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等线" panose="02010600030101010101" pitchFamily="2" charset="-122"/>
              <a:ea typeface="等线" panose="02010600030101010101" pitchFamily="2" charset="-122"/>
            </a:endParaRPr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630C4FA0-CE50-523A-B531-97180BDF8C0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1901" y="3429000"/>
            <a:ext cx="5445245" cy="2676525"/>
          </a:xfrm>
          <a:prstGeom prst="rect">
            <a:avLst/>
          </a:prstGeom>
        </p:spPr>
      </p:pic>
      <p:pic>
        <p:nvPicPr>
          <p:cNvPr id="10" name="图片 9">
            <a:extLst>
              <a:ext uri="{FF2B5EF4-FFF2-40B4-BE49-F238E27FC236}">
                <a16:creationId xmlns:a16="http://schemas.microsoft.com/office/drawing/2014/main" id="{44BA510D-7135-0308-BF35-E81594794FE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84160" y="3236991"/>
            <a:ext cx="5555939" cy="3147095"/>
          </a:xfrm>
          <a:prstGeom prst="rect">
            <a:avLst/>
          </a:prstGeom>
        </p:spPr>
      </p:pic>
      <p:sp>
        <p:nvSpPr>
          <p:cNvPr id="11" name="标题 1">
            <a:extLst>
              <a:ext uri="{FF2B5EF4-FFF2-40B4-BE49-F238E27FC236}">
                <a16:creationId xmlns:a16="http://schemas.microsoft.com/office/drawing/2014/main" id="{37A98672-4DAA-41E6-533B-1BA2E0DF6F01}"/>
              </a:ext>
            </a:extLst>
          </p:cNvPr>
          <p:cNvSpPr txBox="1"/>
          <p:nvPr/>
        </p:nvSpPr>
        <p:spPr>
          <a:xfrm>
            <a:off x="971850" y="1859873"/>
            <a:ext cx="10581235" cy="1211410"/>
          </a:xfrm>
          <a:prstGeom prst="rect">
            <a:avLst/>
          </a:prstGeom>
        </p:spPr>
        <p:txBody>
          <a:bodyPr vert="horz" wrap="square" lIns="121920" tIns="60960" rIns="121920" bIns="60960" rtlCol="0" anchor="ctr" anchorCtr="0">
            <a:noAutofit/>
          </a:bodyPr>
          <a:lstStyle>
            <a:lvl1pPr algn="ctr" defTabSz="182880" rtl="0" eaLnBrk="1" latinLnBrk="0" hangingPunct="1">
              <a:spcBef>
                <a:spcPct val="0"/>
              </a:spcBef>
              <a:buNone/>
              <a:defRPr lang="en-US" sz="1500" b="1" kern="1200" cap="none" baseline="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182880" rtl="0" eaLnBrk="1" fontAlgn="auto" latinLnBrk="0" hangingPunct="1">
              <a:lnSpc>
                <a:spcPct val="15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60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</a:rPr>
              <a:t>数据处理：</a:t>
            </a:r>
            <a:r>
              <a:rPr lang="zh-CN" altLang="en-US" sz="1600" b="0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取每月</a:t>
            </a:r>
            <a:r>
              <a:rPr lang="en-US" altLang="zh-CN" sz="1600" b="0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EEF</a:t>
            </a:r>
            <a:r>
              <a:rPr lang="zh-CN" altLang="en-US" sz="1600" b="0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排名前</a:t>
            </a:r>
            <a:r>
              <a:rPr lang="en-US" altLang="zh-CN" sz="1600" b="0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20%</a:t>
            </a:r>
            <a:r>
              <a:rPr lang="zh-CN" altLang="en-US" sz="1600" b="0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的栋舍记为高效群，后</a:t>
            </a:r>
            <a:r>
              <a:rPr lang="en-US" altLang="zh-CN" sz="1600" b="0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20%</a:t>
            </a:r>
            <a:r>
              <a:rPr lang="zh-CN" altLang="en-US" sz="1600" b="0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为低效群。高效群平均</a:t>
            </a:r>
            <a:r>
              <a:rPr lang="en-US" altLang="zh-CN" sz="1600" b="0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EEF</a:t>
            </a:r>
            <a:r>
              <a:rPr lang="zh-CN" altLang="en-US" sz="1600" b="0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为</a:t>
            </a:r>
            <a:r>
              <a:rPr lang="en-US" altLang="zh-CN" sz="1600" b="0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418</a:t>
            </a:r>
            <a:r>
              <a:rPr lang="zh-CN" altLang="en-US" sz="1600" b="0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，低效群平均</a:t>
            </a:r>
            <a:r>
              <a:rPr lang="en-US" altLang="zh-CN" sz="1600" b="0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EEF</a:t>
            </a:r>
            <a:r>
              <a:rPr lang="zh-CN" altLang="en-US" sz="1600" b="0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为</a:t>
            </a:r>
            <a:r>
              <a:rPr lang="en-US" altLang="zh-CN" sz="1600" b="0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302</a:t>
            </a:r>
          </a:p>
          <a:p>
            <a:pPr marL="0" marR="0" lvl="0" indent="0" algn="l" defTabSz="182880" rtl="0" eaLnBrk="1" fontAlgn="auto" latinLnBrk="0" hangingPunct="1">
              <a:lnSpc>
                <a:spcPct val="15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1600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字段含义：</a:t>
            </a:r>
            <a:r>
              <a:rPr lang="zh-CN" altLang="en-US" sz="1600" b="0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先取五个探头每个时刻的最高温度、最低温度、平均温度，在每个时刻五个探头平均温度的基础上，取该日龄的最高平均温度，最低平均温度，平均平均温度得到</a:t>
            </a:r>
            <a:r>
              <a:rPr lang="zh-CN" altLang="en-US" sz="1600" dirty="0">
                <a:latin typeface="等线" panose="02010600030101010101" pitchFamily="2" charset="-122"/>
                <a:ea typeface="等线" panose="02010600030101010101" pitchFamily="2" charset="-122"/>
              </a:rPr>
              <a:t>左边</a:t>
            </a:r>
            <a:r>
              <a:rPr lang="zh-CN" altLang="en-US" sz="1600" b="0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图像中的最低温度、最高温度、平均温度。取五个探头每个日龄的平均温度作为</a:t>
            </a:r>
            <a:r>
              <a:rPr lang="zh-CN" altLang="en-US" sz="1600" dirty="0">
                <a:latin typeface="等线" panose="02010600030101010101" pitchFamily="2" charset="-122"/>
                <a:ea typeface="等线" panose="02010600030101010101" pitchFamily="2" charset="-122"/>
              </a:rPr>
              <a:t>右图</a:t>
            </a:r>
            <a:r>
              <a:rPr lang="zh-CN" altLang="en-US" sz="1600" b="0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的温度分布</a:t>
            </a:r>
            <a:endParaRPr lang="en-US" altLang="zh-CN" sz="1600" b="0" dirty="0">
              <a:solidFill>
                <a:srgbClr val="000000"/>
              </a:solidFill>
              <a:latin typeface="等线" panose="02010600030101010101" pitchFamily="2" charset="-122"/>
              <a:ea typeface="等线" panose="02010600030101010101" pitchFamily="2" charset="-122"/>
            </a:endParaRPr>
          </a:p>
          <a:p>
            <a:pPr marL="0" marR="0" lvl="0" indent="0" algn="l" defTabSz="182880" rtl="0" eaLnBrk="1" fontAlgn="auto" latinLnBrk="0" hangingPunct="1">
              <a:lnSpc>
                <a:spcPct val="15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altLang="zh-CN" sz="16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等线" panose="02010600030101010101" pitchFamily="2" charset="-122"/>
              <a:ea typeface="等线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69616130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7F6A7FD-EFE9-984A-B2AA-F54E278361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箭头: 五边形 7">
            <a:extLst>
              <a:ext uri="{FF2B5EF4-FFF2-40B4-BE49-F238E27FC236}">
                <a16:creationId xmlns:a16="http://schemas.microsoft.com/office/drawing/2014/main" id="{5B601A3A-DFAA-86C0-39F8-CA5FFABC3B8C}"/>
              </a:ext>
            </a:extLst>
          </p:cNvPr>
          <p:cNvSpPr/>
          <p:nvPr/>
        </p:nvSpPr>
        <p:spPr>
          <a:xfrm>
            <a:off x="0" y="864476"/>
            <a:ext cx="7592037" cy="576475"/>
          </a:xfrm>
          <a:prstGeom prst="homePlate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等线" panose="02010600030101010101" pitchFamily="2" charset="-122"/>
              <a:ea typeface="等线" panose="02010600030101010101" pitchFamily="2" charset="-122"/>
            </a:endParaRPr>
          </a:p>
        </p:txBody>
      </p:sp>
      <p:sp>
        <p:nvSpPr>
          <p:cNvPr id="4" name="标题 1">
            <a:extLst>
              <a:ext uri="{FF2B5EF4-FFF2-40B4-BE49-F238E27FC236}">
                <a16:creationId xmlns:a16="http://schemas.microsoft.com/office/drawing/2014/main" id="{28FBFE4F-BBA7-1751-838A-A6CB0152F77D}"/>
              </a:ext>
            </a:extLst>
          </p:cNvPr>
          <p:cNvSpPr txBox="1"/>
          <p:nvPr/>
        </p:nvSpPr>
        <p:spPr>
          <a:xfrm>
            <a:off x="313885" y="216182"/>
            <a:ext cx="11239200" cy="640800"/>
          </a:xfrm>
          <a:prstGeom prst="rect">
            <a:avLst/>
          </a:prstGeom>
        </p:spPr>
        <p:txBody>
          <a:bodyPr vert="horz" wrap="square" lIns="121920" tIns="60960" rIns="121920" bIns="60960" rtlCol="0" anchor="ctr" anchorCtr="0">
            <a:noAutofit/>
          </a:bodyPr>
          <a:lstStyle>
            <a:lvl1pPr algn="ctr" defTabSz="182880" rtl="0" eaLnBrk="1" latinLnBrk="0" hangingPunct="1">
              <a:spcBef>
                <a:spcPct val="0"/>
              </a:spcBef>
              <a:buNone/>
              <a:defRPr lang="en-US" sz="1500" b="1" kern="1200" cap="none" baseline="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18288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24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等线" panose="02010600030101010101" pitchFamily="2" charset="-122"/>
              <a:ea typeface="等线" panose="02010600030101010101" pitchFamily="2" charset="-122"/>
            </a:endParaRPr>
          </a:p>
        </p:txBody>
      </p:sp>
      <p:sp>
        <p:nvSpPr>
          <p:cNvPr id="2" name="标题 1">
            <a:extLst>
              <a:ext uri="{FF2B5EF4-FFF2-40B4-BE49-F238E27FC236}">
                <a16:creationId xmlns:a16="http://schemas.microsoft.com/office/drawing/2014/main" id="{28906FC7-1FCD-89EC-BE8C-349800469D93}"/>
              </a:ext>
            </a:extLst>
          </p:cNvPr>
          <p:cNvSpPr txBox="1"/>
          <p:nvPr/>
        </p:nvSpPr>
        <p:spPr>
          <a:xfrm>
            <a:off x="551901" y="832313"/>
            <a:ext cx="6528407" cy="640800"/>
          </a:xfrm>
          <a:prstGeom prst="rect">
            <a:avLst/>
          </a:prstGeom>
        </p:spPr>
        <p:txBody>
          <a:bodyPr vert="horz" wrap="square" lIns="121920" tIns="60960" rIns="121920" bIns="60960" rtlCol="0" anchor="ctr" anchorCtr="0">
            <a:noAutofit/>
          </a:bodyPr>
          <a:lstStyle>
            <a:lvl1pPr algn="ctr" defTabSz="182880" rtl="0" eaLnBrk="1" latinLnBrk="0" hangingPunct="1">
              <a:spcBef>
                <a:spcPct val="0"/>
              </a:spcBef>
              <a:buNone/>
              <a:defRPr lang="en-US" sz="1500" b="1" kern="1200" cap="none" baseline="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18288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</a:rPr>
              <a:t>EEF</a:t>
            </a:r>
            <a:r>
              <a:rPr kumimoji="0" lang="zh-CN" altLang="en-US" sz="20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</a:rPr>
              <a:t>前</a:t>
            </a:r>
            <a:r>
              <a:rPr kumimoji="0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</a:rPr>
              <a:t>20%</a:t>
            </a:r>
            <a:r>
              <a:rPr kumimoji="0" lang="zh-CN" altLang="en-US" sz="20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</a:rPr>
              <a:t>的温度曲线</a:t>
            </a:r>
          </a:p>
        </p:txBody>
      </p:sp>
      <p:sp>
        <p:nvSpPr>
          <p:cNvPr id="7" name="标题 1">
            <a:extLst>
              <a:ext uri="{FF2B5EF4-FFF2-40B4-BE49-F238E27FC236}">
                <a16:creationId xmlns:a16="http://schemas.microsoft.com/office/drawing/2014/main" id="{C4AA1DD7-41C8-B64D-DB01-C4AA8D183845}"/>
              </a:ext>
            </a:extLst>
          </p:cNvPr>
          <p:cNvSpPr txBox="1"/>
          <p:nvPr/>
        </p:nvSpPr>
        <p:spPr>
          <a:xfrm>
            <a:off x="339052" y="121526"/>
            <a:ext cx="11239200" cy="640800"/>
          </a:xfrm>
          <a:prstGeom prst="rect">
            <a:avLst/>
          </a:prstGeom>
        </p:spPr>
        <p:txBody>
          <a:bodyPr vert="horz" wrap="square" lIns="121920" tIns="60960" rIns="121920" bIns="60960" rtlCol="0" anchor="ctr" anchorCtr="0">
            <a:noAutofit/>
          </a:bodyPr>
          <a:lstStyle>
            <a:lvl1pPr algn="ctr" defTabSz="182880" rtl="0" eaLnBrk="1" latinLnBrk="0" hangingPunct="1">
              <a:spcBef>
                <a:spcPct val="0"/>
              </a:spcBef>
              <a:buNone/>
              <a:defRPr lang="en-US" sz="1500" b="1" kern="1200" cap="none" baseline="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18288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US" altLang="zh-CN" sz="2800" dirty="0">
                <a:solidFill>
                  <a:schemeClr val="accent5">
                    <a:lumMod val="75000"/>
                  </a:schemeClr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EEF</a:t>
            </a:r>
            <a:r>
              <a:rPr lang="zh-CN" altLang="en-US" sz="2800" dirty="0">
                <a:solidFill>
                  <a:schemeClr val="accent5">
                    <a:lumMod val="75000"/>
                  </a:schemeClr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分析</a:t>
            </a:r>
            <a:endParaRPr kumimoji="0" lang="zh-CN" altLang="en-US" sz="2800" b="1" i="0" u="none" strike="noStrike" kern="1200" cap="none" spc="0" normalizeH="0" baseline="0" noProof="0" dirty="0">
              <a:ln>
                <a:noFill/>
              </a:ln>
              <a:solidFill>
                <a:schemeClr val="accent5">
                  <a:lumMod val="75000"/>
                </a:schemeClr>
              </a:solidFill>
              <a:effectLst/>
              <a:uLnTx/>
              <a:uFillTx/>
              <a:latin typeface="等线" panose="02010600030101010101" pitchFamily="2" charset="-122"/>
              <a:ea typeface="等线" panose="02010600030101010101" pitchFamily="2" charset="-122"/>
            </a:endParaRP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BEDD79E9-1EE3-D2DF-F2E8-BD20F4CA0CB0}"/>
              </a:ext>
            </a:extLst>
          </p:cNvPr>
          <p:cNvSpPr/>
          <p:nvPr/>
        </p:nvSpPr>
        <p:spPr>
          <a:xfrm>
            <a:off x="492981" y="1606656"/>
            <a:ext cx="387864" cy="1464628"/>
          </a:xfrm>
          <a:prstGeom prst="rect">
            <a:avLst/>
          </a:prstGeom>
          <a:pattFill prst="ltDnDiag">
            <a:fgClr>
              <a:schemeClr val="accent1">
                <a:lumMod val="20000"/>
                <a:lumOff val="80000"/>
              </a:schemeClr>
            </a:fgClr>
            <a:bgClr>
              <a:schemeClr val="bg1"/>
            </a:bgClr>
          </a:pattFill>
          <a:ln w="19050"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rIns="72000" rtlCol="0" anchor="ctr" anchorCtr="0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sz="1600" b="1" dirty="0">
                <a:solidFill>
                  <a:srgbClr val="33A3FF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探查方法</a:t>
            </a:r>
            <a:endParaRPr kumimoji="0" lang="zh-CN" altLang="en-US" sz="1600" b="1" i="0" u="none" strike="noStrike" kern="1200" cap="none" spc="0" normalizeH="0" baseline="0" noProof="0" dirty="0">
              <a:ln>
                <a:noFill/>
              </a:ln>
              <a:solidFill>
                <a:srgbClr val="33A3FF"/>
              </a:solidFill>
              <a:effectLst/>
              <a:uLnTx/>
              <a:uFillTx/>
              <a:latin typeface="等线" panose="02010600030101010101" pitchFamily="2" charset="-122"/>
              <a:ea typeface="等线" panose="02010600030101010101" pitchFamily="2" charset="-122"/>
            </a:endParaRPr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3A3AFACA-236E-DFF7-3B56-649E1D9AD194}"/>
              </a:ext>
            </a:extLst>
          </p:cNvPr>
          <p:cNvSpPr/>
          <p:nvPr/>
        </p:nvSpPr>
        <p:spPr>
          <a:xfrm>
            <a:off x="492981" y="1606658"/>
            <a:ext cx="11060104" cy="1464626"/>
          </a:xfrm>
          <a:prstGeom prst="rect">
            <a:avLst/>
          </a:prstGeom>
          <a:noFill/>
          <a:ln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等线" panose="02010600030101010101" pitchFamily="2" charset="-122"/>
              <a:ea typeface="等线" panose="02010600030101010101" pitchFamily="2" charset="-122"/>
            </a:endParaRPr>
          </a:p>
        </p:txBody>
      </p:sp>
      <p:pic>
        <p:nvPicPr>
          <p:cNvPr id="9" name="图片 8">
            <a:extLst>
              <a:ext uri="{FF2B5EF4-FFF2-40B4-BE49-F238E27FC236}">
                <a16:creationId xmlns:a16="http://schemas.microsoft.com/office/drawing/2014/main" id="{922B085E-D5B7-E50F-3016-86DBAF8FC75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2981" y="3513071"/>
            <a:ext cx="5092199" cy="2512616"/>
          </a:xfrm>
          <a:prstGeom prst="rect">
            <a:avLst/>
          </a:prstGeom>
        </p:spPr>
      </p:pic>
      <p:sp>
        <p:nvSpPr>
          <p:cNvPr id="10" name="标题 1">
            <a:extLst>
              <a:ext uri="{FF2B5EF4-FFF2-40B4-BE49-F238E27FC236}">
                <a16:creationId xmlns:a16="http://schemas.microsoft.com/office/drawing/2014/main" id="{23AE247A-648D-BFF1-ABB2-BE668DC08344}"/>
              </a:ext>
            </a:extLst>
          </p:cNvPr>
          <p:cNvSpPr txBox="1"/>
          <p:nvPr/>
        </p:nvSpPr>
        <p:spPr>
          <a:xfrm>
            <a:off x="971850" y="1859873"/>
            <a:ext cx="10581235" cy="1211410"/>
          </a:xfrm>
          <a:prstGeom prst="rect">
            <a:avLst/>
          </a:prstGeom>
        </p:spPr>
        <p:txBody>
          <a:bodyPr vert="horz" wrap="square" lIns="121920" tIns="60960" rIns="121920" bIns="60960" rtlCol="0" anchor="ctr" anchorCtr="0">
            <a:noAutofit/>
          </a:bodyPr>
          <a:lstStyle>
            <a:lvl1pPr algn="ctr" defTabSz="182880" rtl="0" eaLnBrk="1" latinLnBrk="0" hangingPunct="1">
              <a:spcBef>
                <a:spcPct val="0"/>
              </a:spcBef>
              <a:buNone/>
              <a:defRPr lang="en-US" sz="1500" b="1" kern="1200" cap="none" baseline="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182880" rtl="0" eaLnBrk="1" fontAlgn="auto" latinLnBrk="0" hangingPunct="1">
              <a:lnSpc>
                <a:spcPct val="15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60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</a:rPr>
              <a:t>数据处理：</a:t>
            </a:r>
            <a:r>
              <a:rPr lang="zh-CN" altLang="en-US" sz="1600" b="0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取每月</a:t>
            </a:r>
            <a:r>
              <a:rPr lang="en-US" altLang="zh-CN" sz="1600" b="0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EEF</a:t>
            </a:r>
            <a:r>
              <a:rPr lang="zh-CN" altLang="en-US" sz="1600" b="0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排名前</a:t>
            </a:r>
            <a:r>
              <a:rPr lang="en-US" altLang="zh-CN" sz="1600" b="0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20%</a:t>
            </a:r>
            <a:r>
              <a:rPr lang="zh-CN" altLang="en-US" sz="1600" b="0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的栋舍记为高效群，后</a:t>
            </a:r>
            <a:r>
              <a:rPr lang="en-US" altLang="zh-CN" sz="1600" b="0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20%</a:t>
            </a:r>
            <a:r>
              <a:rPr lang="zh-CN" altLang="en-US" sz="1600" b="0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为低效群。高效群平均</a:t>
            </a:r>
            <a:r>
              <a:rPr lang="en-US" altLang="zh-CN" sz="1600" b="0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EEF</a:t>
            </a:r>
            <a:r>
              <a:rPr lang="zh-CN" altLang="en-US" sz="1600" b="0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为</a:t>
            </a:r>
            <a:r>
              <a:rPr lang="en-US" altLang="zh-CN" sz="1600" b="0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418</a:t>
            </a:r>
            <a:r>
              <a:rPr lang="zh-CN" altLang="en-US" sz="1600" b="0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，低效群平均</a:t>
            </a:r>
            <a:r>
              <a:rPr lang="en-US" altLang="zh-CN" sz="1600" b="0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EEF</a:t>
            </a:r>
            <a:r>
              <a:rPr lang="zh-CN" altLang="en-US" sz="1600" b="0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为</a:t>
            </a:r>
            <a:r>
              <a:rPr lang="en-US" altLang="zh-CN" sz="1600" b="0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302</a:t>
            </a:r>
          </a:p>
          <a:p>
            <a:pPr marL="0" marR="0" lvl="0" indent="0" algn="l" defTabSz="182880" rtl="0" eaLnBrk="1" fontAlgn="auto" latinLnBrk="0" hangingPunct="1">
              <a:lnSpc>
                <a:spcPct val="15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1600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字段含义：</a:t>
            </a:r>
            <a:r>
              <a:rPr lang="zh-CN" altLang="en-US" sz="1600" b="0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先取五个探头每个时刻的最高温度、最低温度、平均温度，在每个时刻五个探头平均温度的基础上，取该日龄的最高平均温度，最低平均温度，平均平均温度得到</a:t>
            </a:r>
            <a:r>
              <a:rPr lang="zh-CN" altLang="en-US" sz="1600" dirty="0">
                <a:latin typeface="等线" panose="02010600030101010101" pitchFamily="2" charset="-122"/>
                <a:ea typeface="等线" panose="02010600030101010101" pitchFamily="2" charset="-122"/>
              </a:rPr>
              <a:t>左边</a:t>
            </a:r>
            <a:r>
              <a:rPr lang="zh-CN" altLang="en-US" sz="1600" b="0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图像中的最低温度、最高温度、平均温度。取五个探头每个日龄的平均温度作为</a:t>
            </a:r>
            <a:r>
              <a:rPr lang="zh-CN" altLang="en-US" sz="1600" dirty="0">
                <a:latin typeface="等线" panose="02010600030101010101" pitchFamily="2" charset="-122"/>
                <a:ea typeface="等线" panose="02010600030101010101" pitchFamily="2" charset="-122"/>
              </a:rPr>
              <a:t>右图</a:t>
            </a:r>
            <a:r>
              <a:rPr lang="zh-CN" altLang="en-US" sz="1600" b="0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的温度分布</a:t>
            </a:r>
            <a:endParaRPr lang="en-US" altLang="zh-CN" sz="1600" b="0" dirty="0">
              <a:solidFill>
                <a:srgbClr val="000000"/>
              </a:solidFill>
              <a:latin typeface="等线" panose="02010600030101010101" pitchFamily="2" charset="-122"/>
              <a:ea typeface="等线" panose="02010600030101010101" pitchFamily="2" charset="-122"/>
            </a:endParaRPr>
          </a:p>
          <a:p>
            <a:pPr marL="0" marR="0" lvl="0" indent="0" algn="l" defTabSz="182880" rtl="0" eaLnBrk="1" fontAlgn="auto" latinLnBrk="0" hangingPunct="1">
              <a:lnSpc>
                <a:spcPct val="15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altLang="zh-CN" sz="16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等线" panose="02010600030101010101" pitchFamily="2" charset="-122"/>
              <a:ea typeface="等线" panose="02010600030101010101" pitchFamily="2" charset="-122"/>
            </a:endParaRPr>
          </a:p>
        </p:txBody>
      </p:sp>
      <p:pic>
        <p:nvPicPr>
          <p:cNvPr id="12" name="图片 11">
            <a:extLst>
              <a:ext uri="{FF2B5EF4-FFF2-40B4-BE49-F238E27FC236}">
                <a16:creationId xmlns:a16="http://schemas.microsoft.com/office/drawing/2014/main" id="{E141B220-A1A7-1B8A-A61E-56E030EB7C5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8674" y="3429000"/>
            <a:ext cx="5070749" cy="2933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1218341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3FE1759-B493-67DE-1F9E-D3F539CEB04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547F18B6-B26F-09DF-E000-A7BF0AD0D8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2226" y="957768"/>
            <a:ext cx="8082481" cy="861774"/>
          </a:xfrm>
        </p:spPr>
        <p:txBody>
          <a:bodyPr/>
          <a:lstStyle/>
          <a:p>
            <a:r>
              <a:rPr lang="zh-CN" altLang="en-US" sz="4400" dirty="0">
                <a:latin typeface="等线" panose="02010600030101010101" pitchFamily="2" charset="-122"/>
                <a:ea typeface="等线" panose="02010600030101010101" pitchFamily="2" charset="-122"/>
              </a:rPr>
              <a:t>下周计划</a:t>
            </a:r>
            <a:endParaRPr lang="en-US" sz="4400" dirty="0">
              <a:latin typeface="等线" panose="02010600030101010101" pitchFamily="2" charset="-122"/>
              <a:ea typeface="等线" panose="02010600030101010101" pitchFamily="2" charset="-122"/>
            </a:endParaRP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62344FB5-5D1A-25EB-41D1-35CC3CFE3176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endParaRPr lang="zh-CN" altLang="en-US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50199493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DESIGN_ID_1_2020-TEMPLATE-EXTERNAL" val="pdtUH84H"/>
  <p:tag name="ARTICULATE_DESIGN_ID_SAS-EXTERNAL-16X9-2023" val="CJxW6PTk"/>
  <p:tag name="ARTICULATE_DESIGN_ID_1_NDA" val="5KPCLKMf"/>
  <p:tag name="ARTICULATE_DESIGN_ID_1_SAS-EXTERNAL-16X9-2023" val="OvZPFYIY"/>
  <p:tag name="ARTICULATE_DESIGN_ID_SAS - EXTERNAL - 16X9 - 2023" val="iju6vBOG"/>
  <p:tag name="ARTICULATE_DESIGN_ID_SAS - EXTERNAL" val="IZ9bNYet"/>
  <p:tag name="ARTICULATE_DESIGN_ID_SAS - EXTERNAL - NDA" val="RR4fBfJW"/>
  <p:tag name="ARTICULATE_SLIDE_THUMBNAIL_REFRESH" val="1"/>
  <p:tag name="ARTICULATE_DESIGN_ID_CUSTOM DESIGN" val="WASRYxhz"/>
  <p:tag name="ARTICULATE_SLIDE_COUNT" val="11"/>
  <p:tag name="ARTICULATE_PROJECT_OPEN" val="0"/>
  <p:tag name="COMMONDATA" val="eyJoZGlkIjoiY2FmNGJlNDAzN2U1NmMyNzMzZTc0YjA1YWNhMzZlNTEifQ==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heme/theme1.xml><?xml version="1.0" encoding="utf-8"?>
<a:theme xmlns:a="http://schemas.openxmlformats.org/drawingml/2006/main" name="SAS - EXTERNAL">
  <a:themeElements>
    <a:clrScheme name="SAS-2023">
      <a:dk1>
        <a:srgbClr val="000000"/>
      </a:dk1>
      <a:lt1>
        <a:srgbClr val="FFFFFF"/>
      </a:lt1>
      <a:dk2>
        <a:srgbClr val="032954"/>
      </a:dk2>
      <a:lt2>
        <a:srgbClr val="0766D1"/>
      </a:lt2>
      <a:accent1>
        <a:srgbClr val="0766D1"/>
      </a:accent1>
      <a:accent2>
        <a:srgbClr val="4398F9"/>
      </a:accent2>
      <a:accent3>
        <a:srgbClr val="C4DEFD"/>
      </a:accent3>
      <a:accent4>
        <a:srgbClr val="032954"/>
      </a:accent4>
      <a:accent5>
        <a:srgbClr val="7E889A"/>
      </a:accent5>
      <a:accent6>
        <a:srgbClr val="BAC0C9"/>
      </a:accent6>
      <a:hlink>
        <a:srgbClr val="4398F9"/>
      </a:hlink>
      <a:folHlink>
        <a:srgbClr val="C4DEFD"/>
      </a:folHlink>
    </a:clrScheme>
    <a:fontScheme name="Anova">
      <a:majorFont>
        <a:latin typeface="Anova Bold"/>
        <a:ea typeface=""/>
        <a:cs typeface=""/>
      </a:majorFont>
      <a:minorFont>
        <a:latin typeface="Anova Light"/>
        <a:ea typeface=""/>
        <a:cs typeface="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accent1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25400">
          <a:tailEnd type="none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0" tIns="0" rIns="0" bIns="0" rtlCol="0">
        <a:spAutoFit/>
      </a:bodyPr>
      <a:lstStyle>
        <a:defPPr algn="l">
          <a:defRPr dirty="0" smtClean="0">
            <a:solidFill>
              <a:schemeClr val="tx1"/>
            </a:solidFill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SAS - EXTERNAL - NDA">
  <a:themeElements>
    <a:clrScheme name="SAS-2023">
      <a:dk1>
        <a:srgbClr val="000000"/>
      </a:dk1>
      <a:lt1>
        <a:srgbClr val="FFFFFF"/>
      </a:lt1>
      <a:dk2>
        <a:srgbClr val="032954"/>
      </a:dk2>
      <a:lt2>
        <a:srgbClr val="0766D1"/>
      </a:lt2>
      <a:accent1>
        <a:srgbClr val="0766D1"/>
      </a:accent1>
      <a:accent2>
        <a:srgbClr val="4398F9"/>
      </a:accent2>
      <a:accent3>
        <a:srgbClr val="C4DEFD"/>
      </a:accent3>
      <a:accent4>
        <a:srgbClr val="032954"/>
      </a:accent4>
      <a:accent5>
        <a:srgbClr val="7E889A"/>
      </a:accent5>
      <a:accent6>
        <a:srgbClr val="BAC0C9"/>
      </a:accent6>
      <a:hlink>
        <a:srgbClr val="4398F9"/>
      </a:hlink>
      <a:folHlink>
        <a:srgbClr val="C4DEFD"/>
      </a:folHlink>
    </a:clrScheme>
    <a:fontScheme name="Anova">
      <a:majorFont>
        <a:latin typeface="Anova Bold"/>
        <a:ea typeface=""/>
        <a:cs typeface=""/>
      </a:majorFont>
      <a:minorFont>
        <a:latin typeface="Anova Light"/>
        <a:ea typeface=""/>
        <a:cs typeface="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25400">
          <a:tailEnd type="triangle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0" tIns="0" rIns="0" bIns="0" rtlCol="0">
        <a:spAutoFit/>
      </a:bodyPr>
      <a:lstStyle>
        <a:defPPr algn="l">
          <a:defRPr dirty="0" smtClean="0">
            <a:solidFill>
              <a:schemeClr val="tx1"/>
            </a:solidFill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SAS-2023">
      <a:dk1>
        <a:srgbClr val="000000"/>
      </a:dk1>
      <a:lt1>
        <a:srgbClr val="FFFFFF"/>
      </a:lt1>
      <a:dk2>
        <a:srgbClr val="032954"/>
      </a:dk2>
      <a:lt2>
        <a:srgbClr val="0766D1"/>
      </a:lt2>
      <a:accent1>
        <a:srgbClr val="0766D1"/>
      </a:accent1>
      <a:accent2>
        <a:srgbClr val="4398F9"/>
      </a:accent2>
      <a:accent3>
        <a:srgbClr val="C4DEFD"/>
      </a:accent3>
      <a:accent4>
        <a:srgbClr val="032954"/>
      </a:accent4>
      <a:accent5>
        <a:srgbClr val="7E889A"/>
      </a:accent5>
      <a:accent6>
        <a:srgbClr val="BAC0C9"/>
      </a:accent6>
      <a:hlink>
        <a:srgbClr val="4398F9"/>
      </a:hlink>
      <a:folHlink>
        <a:srgbClr val="C4DEFD"/>
      </a:folHlink>
    </a:clrScheme>
    <a:fontScheme name="Anova">
      <a:majorFont>
        <a:latin typeface="Anova Bold"/>
        <a:ea typeface=""/>
        <a:cs typeface=""/>
      </a:majorFont>
      <a:minorFont>
        <a:latin typeface="Anova Ligh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Theme">
  <a:themeElements>
    <a:clrScheme name="SAS-2023">
      <a:dk1>
        <a:srgbClr val="000000"/>
      </a:dk1>
      <a:lt1>
        <a:srgbClr val="FFFFFF"/>
      </a:lt1>
      <a:dk2>
        <a:srgbClr val="032954"/>
      </a:dk2>
      <a:lt2>
        <a:srgbClr val="0766D1"/>
      </a:lt2>
      <a:accent1>
        <a:srgbClr val="0766D1"/>
      </a:accent1>
      <a:accent2>
        <a:srgbClr val="4398F9"/>
      </a:accent2>
      <a:accent3>
        <a:srgbClr val="C4DEFD"/>
      </a:accent3>
      <a:accent4>
        <a:srgbClr val="032954"/>
      </a:accent4>
      <a:accent5>
        <a:srgbClr val="7E889A"/>
      </a:accent5>
      <a:accent6>
        <a:srgbClr val="BAC0C9"/>
      </a:accent6>
      <a:hlink>
        <a:srgbClr val="4398F9"/>
      </a:hlink>
      <a:folHlink>
        <a:srgbClr val="C4DEFD"/>
      </a:folHlink>
    </a:clrScheme>
    <a:fontScheme name="Anova">
      <a:majorFont>
        <a:latin typeface="Anova Bold"/>
        <a:ea typeface=""/>
        <a:cs typeface=""/>
      </a:majorFont>
      <a:minorFont>
        <a:latin typeface="Anova Ligh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8252B48C136D414EB12EC6609A2B4A69" ma:contentTypeVersion="5" ma:contentTypeDescription="Create a new document." ma:contentTypeScope="" ma:versionID="c506d0840867f1adddbc926f9a8dfc6f">
  <xsd:schema xmlns:xsd="http://www.w3.org/2001/XMLSchema" xmlns:xs="http://www.w3.org/2001/XMLSchema" xmlns:p="http://schemas.microsoft.com/office/2006/metadata/properties" xmlns:ns2="d21cdafc-5a3a-425e-9674-4fb06b514c0e" xmlns:ns3="6e647c50-2143-4825-9865-d236e7692e65" targetNamespace="http://schemas.microsoft.com/office/2006/metadata/properties" ma:root="true" ma:fieldsID="0df08590ed69fcf4c72a3fc3581b1869" ns2:_="" ns3:_="">
    <xsd:import namespace="d21cdafc-5a3a-425e-9674-4fb06b514c0e"/>
    <xsd:import namespace="6e647c50-2143-4825-9865-d236e7692e65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bjectDetectorVersions" minOccurs="0"/>
                <xsd:element ref="ns3:SharedWithUsers" minOccurs="0"/>
                <xsd:element ref="ns3:SharedWithDetail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d21cdafc-5a3a-425e-9674-4fb06b514c0e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bjectDetectorVersions" ma:index="10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6e647c50-2143-4825-9865-d236e7692e65" elementFormDefault="qualified">
    <xsd:import namespace="http://schemas.microsoft.com/office/2006/documentManagement/types"/>
    <xsd:import namespace="http://schemas.microsoft.com/office/infopath/2007/PartnerControls"/>
    <xsd:element name="SharedWithUsers" ma:index="11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2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E3E925E4-5239-4639-A029-07B3CFD6A3F1}">
  <ds:schemaRefs/>
</ds:datastoreItem>
</file>

<file path=customXml/itemProps2.xml><?xml version="1.0" encoding="utf-8"?>
<ds:datastoreItem xmlns:ds="http://schemas.openxmlformats.org/officeDocument/2006/customXml" ds:itemID="{E2663518-7548-4643-8219-608BFF0DFA0C}">
  <ds:schemaRefs/>
</ds:datastoreItem>
</file>

<file path=customXml/itemProps3.xml><?xml version="1.0" encoding="utf-8"?>
<ds:datastoreItem xmlns:ds="http://schemas.openxmlformats.org/officeDocument/2006/customXml" ds:itemID="{51779852-367B-483D-8C46-CF2C7DC5D261}">
  <ds:schemaRefs/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EXTERNAL_Template_2023</Template>
  <TotalTime>2682</TotalTime>
  <Words>1551</Words>
  <Application>Microsoft Office PowerPoint</Application>
  <PresentationFormat>宽屏</PresentationFormat>
  <Paragraphs>117</Paragraphs>
  <Slides>14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8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14</vt:i4>
      </vt:variant>
    </vt:vector>
  </HeadingPairs>
  <TitlesOfParts>
    <vt:vector size="24" baseType="lpstr">
      <vt:lpstr>Anova Bold</vt:lpstr>
      <vt:lpstr>Anova Light</vt:lpstr>
      <vt:lpstr>等线</vt:lpstr>
      <vt:lpstr>等线 Light</vt:lpstr>
      <vt:lpstr>Arial</vt:lpstr>
      <vt:lpstr>Calibri</vt:lpstr>
      <vt:lpstr>Wingdings</vt:lpstr>
      <vt:lpstr>Wingdings 2</vt:lpstr>
      <vt:lpstr>SAS - EXTERNAL</vt:lpstr>
      <vt:lpstr>SAS - EXTERNAL - NDA</vt:lpstr>
      <vt:lpstr>数智驱动的肉鸡养殖根因分析实施方案  第二周成果汇报</vt:lpstr>
      <vt:lpstr>PowerPoint 演示文稿</vt:lpstr>
      <vt:lpstr>目录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下周计划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AI Plus Solution assist Value</dc:title>
  <dc:creator>Alex Zhang</dc:creator>
  <cp:lastModifiedBy>渊琰 肖</cp:lastModifiedBy>
  <cp:revision>177</cp:revision>
  <dcterms:created xsi:type="dcterms:W3CDTF">2023-10-08T03:09:00Z</dcterms:created>
  <dcterms:modified xsi:type="dcterms:W3CDTF">2025-05-12T08:12:00Z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rticulateGUID">
    <vt:lpwstr>451006F2-8E20-4D4E-B05C-4B5D02827FD6</vt:lpwstr>
  </property>
  <property fmtid="{D5CDD505-2E9C-101B-9397-08002B2CF9AE}" pid="3" name="ArticulatePath">
    <vt:lpwstr>2020-Template-External</vt:lpwstr>
  </property>
  <property fmtid="{D5CDD505-2E9C-101B-9397-08002B2CF9AE}" pid="4" name="ContentTypeId">
    <vt:lpwstr>0x0101008252B48C136D414EB12EC6609A2B4A69</vt:lpwstr>
  </property>
  <property fmtid="{D5CDD505-2E9C-101B-9397-08002B2CF9AE}" pid="5" name="ICV">
    <vt:lpwstr>5DA87FED2261458DA9A831FC15E03DC4_13</vt:lpwstr>
  </property>
  <property fmtid="{D5CDD505-2E9C-101B-9397-08002B2CF9AE}" pid="6" name="KSOProductBuildVer">
    <vt:lpwstr>2052-12.1.0.20784</vt:lpwstr>
  </property>
</Properties>
</file>