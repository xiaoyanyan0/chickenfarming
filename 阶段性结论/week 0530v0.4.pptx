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38"/>
  </p:notesMasterIdLst>
  <p:handoutMasterIdLst>
    <p:handoutMasterId r:id="rId39"/>
  </p:handoutMasterIdLst>
  <p:sldIdLst>
    <p:sldId id="16771194" r:id="rId6"/>
    <p:sldId id="16771204" r:id="rId7"/>
    <p:sldId id="2147477425" r:id="rId8"/>
    <p:sldId id="2147477515" r:id="rId9"/>
    <p:sldId id="2147477507" r:id="rId10"/>
    <p:sldId id="2147477508" r:id="rId11"/>
    <p:sldId id="2147477509" r:id="rId12"/>
    <p:sldId id="2147477510" r:id="rId13"/>
    <p:sldId id="2147477512" r:id="rId14"/>
    <p:sldId id="2147477511" r:id="rId15"/>
    <p:sldId id="2147477513" r:id="rId16"/>
    <p:sldId id="2147477514" r:id="rId17"/>
    <p:sldId id="2147477524" r:id="rId18"/>
    <p:sldId id="2147477516" r:id="rId19"/>
    <p:sldId id="2147477517" r:id="rId20"/>
    <p:sldId id="2147477518" r:id="rId21"/>
    <p:sldId id="2147477519" r:id="rId22"/>
    <p:sldId id="2147477520" r:id="rId23"/>
    <p:sldId id="2147477521" r:id="rId24"/>
    <p:sldId id="2147477522" r:id="rId25"/>
    <p:sldId id="2147477523" r:id="rId26"/>
    <p:sldId id="2147477533" r:id="rId27"/>
    <p:sldId id="2147477534" r:id="rId28"/>
    <p:sldId id="2147477525" r:id="rId29"/>
    <p:sldId id="2147477526" r:id="rId30"/>
    <p:sldId id="2147477527" r:id="rId31"/>
    <p:sldId id="2147477528" r:id="rId32"/>
    <p:sldId id="2147477529" r:id="rId33"/>
    <p:sldId id="2147477530" r:id="rId34"/>
    <p:sldId id="2147477531" r:id="rId35"/>
    <p:sldId id="2147477532" r:id="rId36"/>
    <p:sldId id="2147477430" r:id="rId37"/>
  </p:sldIdLst>
  <p:sldSz cx="12192000" cy="6858000"/>
  <p:notesSz cx="6858000" cy="9144000"/>
  <p:custDataLst>
    <p:tags r:id="rId40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/>
        </p14:section>
        <p14:section name="综合分析" id="{39D6EB33-D176-4FFB-96B9-C60E24F1B3DB}">
          <p14:sldIdLst/>
        </p14:section>
        <p14:section name="冬季" id="{5529DEFB-D291-4180-B135-1C58AD57690E}">
          <p14:sldIdLst>
            <p14:sldId id="2147477515"/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</p14:sldIdLst>
        </p14:section>
        <p14:section name="秋季" id="{638D3B15-74AA-4266-B07B-9602D65E4C60}">
          <p14:sldIdLst>
            <p14:sldId id="2147477524"/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</p14:sldIdLst>
        </p14:section>
        <p14:section name="夏季" id="{B86F3F91-4136-4C59-B05F-F943D4768B99}">
          <p14:sldIdLst>
            <p14:sldId id="2147477533"/>
            <p14:sldId id="2147477534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9" autoAdjust="0"/>
    <p:restoredTop sz="93438" autoAdjust="0"/>
  </p:normalViewPr>
  <p:slideViewPr>
    <p:cSldViewPr snapToGrid="0" showGuides="1">
      <p:cViewPr varScale="1">
        <p:scale>
          <a:sx n="77" d="100"/>
          <a:sy n="77" d="100"/>
        </p:scale>
        <p:origin x="668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5/29/2025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FFB624-4EC7-F797-2E62-C645FFAD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98" y="564136"/>
            <a:ext cx="6346532" cy="333273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24431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FFFFA7E-F70B-2C79-5658-10B98466A88B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FF3B98-46D1-FD75-4866-16D58EC1D5AA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14.8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572256" y="1145568"/>
            <a:ext cx="2008450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BD75B-8D4C-6678-11FA-AC381FE59E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9.3-17.6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2BEA37-5B1B-B0B6-C081-A64CBC74E0C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8.2-15.9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27.6-28.1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00E60-E7CD-3B1C-846A-F46EFB46313C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13.0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785F08-0F8F-F8F0-9FED-5A9285F8DE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25.6-25.9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449C3F-2FAB-62EE-B4F2-0D97EEAE61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9.8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23.9-24.4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6884D1-4191-259B-053E-7138CF8FF11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8.7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22.7-23.9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69063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F3272C8-DE1B-43E3-F462-868CBE6699F0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A8FC29B-3624-E11A-139E-91F42144E437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7F10B5-0E41-6035-7EB1-04A0B68AA97E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1106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059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2E7E1-0807-B976-A664-2ADB5C93EE8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31.8-32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4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7F16-BA14-C9F5-775B-3A0F2286C42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2574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E897B9-9EAB-E26D-651B-CBB1682529C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29.8-31.2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880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74CE1-0465-57B3-CAC0-E5505B5EB28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29.2-30.7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7295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D7BE79-C3A4-1D07-76B5-F5D262D9F3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4584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76DC06-ED83-F443-3537-AC206AD390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385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93DA28-E266-B585-63BC-0F2C3A07E3B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26.4-30.2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4205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/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C03F6BC-9C6B-C7CB-116C-78197A04B7B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C210C5-97ED-6414-7A27-53FEAE549643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AE6AC51-4AFC-235E-EC90-AECB72E07598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76C5E-27FF-F85C-9617-6A60D5151055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0910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FACCF7B-EA3A-9DA9-8036-EA69828383FF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31FFB6-C570-DCED-905A-C94C2814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44" y="965640"/>
            <a:ext cx="5803281" cy="28787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E37FB6-27AD-60F5-F10A-732CC0DE5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69" y="4233025"/>
            <a:ext cx="6157646" cy="203631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986AC7-AE0E-06E4-3431-4CCF85A6971C}"/>
              </a:ext>
            </a:extLst>
          </p:cNvPr>
          <p:cNvCxnSpPr/>
          <p:nvPr/>
        </p:nvCxnSpPr>
        <p:spPr>
          <a:xfrm>
            <a:off x="7870005" y="795131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2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25.6-27.4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33.8-34.4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311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BDB5FB-65B2-1720-BF7A-4CABB90A21A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28.4-30.6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32.2-32.6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75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DFFE97-69F8-15A5-01E8-2D81D1CB417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27.2-28.9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127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1635A6-B0B7-2AC0-4B54-B03505CB0F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24.6-27.2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364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5410D-51D5-FF9D-6CFA-3A30350EDAD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30-31.1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29.9-30.9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4945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A3F41C-6C85-5C0A-3601-7DEB18985F7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19.6-27.2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28.8-29.2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970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8A4BDA-0662-1211-6D8A-00F9BCD6C73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27.6-28.9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6404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63CFF3-0488-7982-5476-25B3B382672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28.9-31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30.2-30.8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3463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4950</TotalTime>
  <Words>2497</Words>
  <Application>Microsoft Office PowerPoint</Application>
  <PresentationFormat>宽屏</PresentationFormat>
  <Paragraphs>251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Anova Bold</vt:lpstr>
      <vt:lpstr>Anova Light</vt:lpstr>
      <vt:lpstr>DeepSeek-CJK-patch</vt:lpstr>
      <vt:lpstr>Inter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225</cp:revision>
  <dcterms:created xsi:type="dcterms:W3CDTF">2023-10-08T03:09:00Z</dcterms:created>
  <dcterms:modified xsi:type="dcterms:W3CDTF">2025-05-29T01:36:50Z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