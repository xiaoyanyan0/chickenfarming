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1"/>
  </p:notesMasterIdLst>
  <p:handoutMasterIdLst>
    <p:handoutMasterId r:id="rId22"/>
  </p:handoutMasterIdLst>
  <p:sldIdLst>
    <p:sldId id="16771194" r:id="rId6"/>
    <p:sldId id="16771204" r:id="rId7"/>
    <p:sldId id="2147477425" r:id="rId8"/>
    <p:sldId id="2147477628" r:id="rId9"/>
    <p:sldId id="2147477627" r:id="rId10"/>
    <p:sldId id="2147477507" r:id="rId11"/>
    <p:sldId id="2147477629" r:id="rId12"/>
    <p:sldId id="2147477630" r:id="rId13"/>
    <p:sldId id="2147477631" r:id="rId14"/>
    <p:sldId id="2147477632" r:id="rId15"/>
    <p:sldId id="2147477633" r:id="rId16"/>
    <p:sldId id="2147477634" r:id="rId17"/>
    <p:sldId id="2147477635" r:id="rId18"/>
    <p:sldId id="2147477636" r:id="rId19"/>
    <p:sldId id="2147477430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图例" id="{76BBB22E-3CD8-442F-A55A-EFE124622DB0}">
          <p14:sldIdLst>
            <p14:sldId id="2147477628"/>
          </p14:sldIdLst>
        </p14:section>
        <p14:section name="综合分析" id="{39D6EB33-D176-4FFB-96B9-C60E24F1B3DB}">
          <p14:sldIdLst/>
        </p14:section>
        <p14:section name="冬季" id="{37F0E41A-B668-40D3-8BAC-D2DF595AE658}">
          <p14:sldIdLst>
            <p14:sldId id="2147477627"/>
            <p14:sldId id="2147477507"/>
            <p14:sldId id="2147477629"/>
            <p14:sldId id="2147477630"/>
            <p14:sldId id="2147477631"/>
            <p14:sldId id="2147477632"/>
            <p14:sldId id="2147477633"/>
            <p14:sldId id="2147477634"/>
            <p14:sldId id="2147477635"/>
            <p14:sldId id="2147477636"/>
          </p14:sldIdLst>
        </p14:section>
        <p14:section name="秋季" id="{B4B72D4B-9B16-4888-BCD6-4296BA93142D}">
          <p14:sldIdLst/>
        </p14:section>
        <p14:section name="夏季" id="{946E272D-E265-481A-9352-BD14E2358995}">
          <p14:sldIdLst/>
        </p14:section>
        <p14:section name="春季" id="{1D81D102-CA85-40C8-BD2A-58B83745ED80}">
          <p14:sldIdLst/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1" autoAdjust="0"/>
    <p:restoredTop sz="92774" autoAdjust="0"/>
  </p:normalViewPr>
  <p:slideViewPr>
    <p:cSldViewPr snapToGrid="0" showGuides="1">
      <p:cViewPr varScale="1">
        <p:scale>
          <a:sx n="75" d="100"/>
          <a:sy n="75" d="100"/>
        </p:scale>
        <p:origin x="949" y="5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6/5/2025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6/5/2025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B8D4A4-FD0A-EE1B-E85B-6117F3BB480D}"/>
              </a:ext>
            </a:extLst>
          </p:cNvPr>
          <p:cNvSpPr txBox="1"/>
          <p:nvPr/>
        </p:nvSpPr>
        <p:spPr>
          <a:xfrm>
            <a:off x="1969610" y="5152358"/>
            <a:ext cx="8650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标题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：饮水差值与死淘率关系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</a:t>
            </a:r>
            <a:r>
              <a:rPr lang="en-US" altLang="zh-CN" sz="1800" b="0" i="0" dirty="0" err="1">
                <a:solidFill>
                  <a:srgbClr val="404040"/>
                </a:solidFill>
                <a:effectLst/>
                <a:latin typeface="quote-cjk-patch"/>
              </a:rPr>
              <a:t>water_per_diff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_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前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天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-winter-10-12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日龄</a:t>
            </a:r>
            <a:endParaRPr lang="en-US" altLang="zh-CN" sz="1800" dirty="0">
              <a:solidFill>
                <a:srgbClr val="404040"/>
              </a:solidFill>
              <a:latin typeface="quote-cjk-patch"/>
            </a:endParaRPr>
          </a:p>
          <a:p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字段含义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10-12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日龄阶段，</a:t>
            </a:r>
            <a:r>
              <a:rPr lang="zh-CN" altLang="en-US" sz="1800" dirty="0">
                <a:solidFill>
                  <a:srgbClr val="404040"/>
                </a:solidFill>
                <a:latin typeface="quote-cjk-patch"/>
              </a:rPr>
              <a:t>前一天的单只饮水量与标准单只饮水量的差值</a:t>
            </a:r>
            <a:br>
              <a:rPr lang="zh-CN" altLang="en-US" sz="1800" dirty="0"/>
            </a:br>
            <a:r>
              <a:rPr lang="en-US" altLang="zh-CN" sz="1800" b="1" i="0" dirty="0">
                <a:solidFill>
                  <a:srgbClr val="404040"/>
                </a:solidFill>
                <a:effectLst/>
                <a:latin typeface="quote-cjk-patch"/>
              </a:rPr>
              <a:t>X</a:t>
            </a:r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：饮水量，图片上方给出样本范围：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-30.9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至 </a:t>
            </a:r>
            <a:r>
              <a:rPr lang="en-US" altLang="zh-CN" sz="1800" dirty="0">
                <a:solidFill>
                  <a:srgbClr val="404040"/>
                </a:solidFill>
                <a:latin typeface="quote-cjk-patch"/>
              </a:rPr>
              <a:t>28.9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℃</a:t>
            </a:r>
          </a:p>
          <a:p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左</a:t>
            </a:r>
            <a:r>
              <a:rPr lang="en-US" altLang="zh-CN" sz="1800" b="1" dirty="0">
                <a:solidFill>
                  <a:srgbClr val="404040"/>
                </a:solidFill>
                <a:latin typeface="quote-cjk-patch"/>
              </a:rPr>
              <a:t>y</a:t>
            </a:r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轴：</a:t>
            </a:r>
            <a:r>
              <a:rPr lang="zh-CN" altLang="en-US" sz="1800" dirty="0">
                <a:solidFill>
                  <a:srgbClr val="404040"/>
                </a:solidFill>
                <a:latin typeface="quote-cjk-patch"/>
              </a:rPr>
              <a:t>样本数量，条形图的不同高度代表不同区间内的样本数量</a:t>
            </a:r>
            <a:br>
              <a:rPr lang="zh-CN" altLang="en-US" sz="1800" dirty="0"/>
            </a:br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右</a:t>
            </a:r>
            <a:r>
              <a:rPr lang="en-US" altLang="zh-CN" sz="1800" dirty="0"/>
              <a:t>_</a:t>
            </a:r>
            <a:r>
              <a:rPr lang="en-US" altLang="zh-CN" sz="1800" b="1" i="0" dirty="0">
                <a:solidFill>
                  <a:srgbClr val="404040"/>
                </a:solidFill>
                <a:effectLst/>
                <a:latin typeface="quote-cjk-patch"/>
              </a:rPr>
              <a:t>Y</a:t>
            </a:r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：死淘率，折线图表示不同区间的死淘率均值。</a:t>
            </a:r>
            <a:endParaRPr lang="zh-CN" altLang="en-US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043304-9044-E982-9D22-38D673DB17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826" y="228314"/>
            <a:ext cx="7729869" cy="474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EDB262-0F43-43AC-506A-67F628762C24}"/>
              </a:ext>
            </a:extLst>
          </p:cNvPr>
          <p:cNvSpPr txBox="1"/>
          <p:nvPr/>
        </p:nvSpPr>
        <p:spPr>
          <a:xfrm>
            <a:off x="274833" y="4369165"/>
            <a:ext cx="1036833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307C40-C3CC-244C-C211-B422090F6906}"/>
              </a:ext>
            </a:extLst>
          </p:cNvPr>
          <p:cNvSpPr txBox="1"/>
          <p:nvPr/>
        </p:nvSpPr>
        <p:spPr>
          <a:xfrm>
            <a:off x="851042" y="3462932"/>
            <a:ext cx="10489916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688030-38AA-6AE2-350A-E9BA68C473DC}"/>
              </a:ext>
            </a:extLst>
          </p:cNvPr>
          <p:cNvSpPr txBox="1"/>
          <p:nvPr/>
        </p:nvSpPr>
        <p:spPr>
          <a:xfrm>
            <a:off x="368156" y="314101"/>
            <a:ext cx="105738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以当前日龄死淘率为目标，考虑了前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DDC979E2-6548-83E9-3772-2E9321753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996171"/>
              </p:ext>
            </p:extLst>
          </p:nvPr>
        </p:nvGraphicFramePr>
        <p:xfrm>
          <a:off x="1334072" y="989507"/>
          <a:ext cx="9309100" cy="211709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76333818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23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6095625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2367307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056405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66459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26461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59332728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91577186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83748314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420922049"/>
                    </a:ext>
                  </a:extLst>
                </a:gridCol>
              </a:tblGrid>
              <a:tr h="269240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6392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3308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2872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2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869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36952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1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4965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148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7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8751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4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3466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6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7278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8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069861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0DC972B-0B59-183C-AB77-9E3F079F6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664068"/>
              </p:ext>
            </p:extLst>
          </p:nvPr>
        </p:nvGraphicFramePr>
        <p:xfrm>
          <a:off x="5353229" y="4426809"/>
          <a:ext cx="3225800" cy="211709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4256827559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422351364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928376390"/>
                    </a:ext>
                  </a:extLst>
                </a:gridCol>
              </a:tblGrid>
              <a:tr h="269240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冬季各日龄阶段重要关注指标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7170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5715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91534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1660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5102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61314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39993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7884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5792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6354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4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5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9A9B81-DCBE-DBE9-68DA-86DA5859CF1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-18.8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4EFF35-213F-BB21-6F3B-9461E1ED21A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F02F6D-725B-1C6A-BFF1-9E2D089D6F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83653"/>
            <a:ext cx="5315113" cy="32602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0EBAAA-B970-BCD3-1C3F-1A665E50B2B1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6D47A9-C6B7-EFF0-6660-33E23B19CEFA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3FF361-9363-E0AC-2943-E82839F12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83653"/>
            <a:ext cx="5315113" cy="326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A4CB-164F-170F-4A7C-329AC619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5043D54-57A6-B1ED-B22D-5709051CACF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7CEF4C-93E9-2D63-DA5A-8FD317335C7E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C03619-D715-D62A-7EAA-2C2014C09C0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B4162B-FEB5-FD22-F254-E6EEBB90B35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70AAAC-5A45-B9C8-7375-8E94ECBE8A8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16C5CF-6BDA-5C03-C0B5-79CF74A9E9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8" y="1517855"/>
            <a:ext cx="5042137" cy="30928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5D6DF7-7E69-95AB-0D2E-411A23E344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250" y="1496416"/>
            <a:ext cx="5044265" cy="309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6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BA9DC-A4E2-C633-CBF4-642DCC5F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BBF0009-F660-034E-A44D-4036021C224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52ABEE-0D62-7D32-657F-1D618E809DEE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-7.3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3B3137-6730-8C54-0234-A22E064DE078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7.4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400EE9-6FF6-7303-E8C8-AED2205876BC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588DAD-4726-55FC-EC79-2BC790C3036D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FE7F30-46DC-F4CE-DB76-829BE58CA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87853"/>
            <a:ext cx="5032377" cy="30855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A8C7F68-2231-F8B4-0845-3C2DE3D49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67156"/>
            <a:ext cx="5097740" cy="312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8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64D8-532B-6E75-8BDE-517B490E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F42EA03-0EBC-DFB6-E74A-2F494E988CC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D849BC-37FB-4B72-55C6-D95C03588406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1F5BFA-64DB-9D51-C7C3-F29C13EA9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50" y="1615838"/>
            <a:ext cx="4888377" cy="29985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C682637-B718-09B1-FA08-FDF86DB1C1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286" y="1615838"/>
            <a:ext cx="5040651" cy="309191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412C141-FCED-BA8A-52D9-29DAA79829EE}"/>
              </a:ext>
            </a:extLst>
          </p:cNvPr>
          <p:cNvSpPr txBox="1"/>
          <p:nvPr/>
        </p:nvSpPr>
        <p:spPr>
          <a:xfrm>
            <a:off x="8040622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5032DC-270E-8B73-AB33-383CD9C8D70A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FDBAFF-A40D-CD23-4332-1A41EE0D6E4D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14.3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83078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316A-887D-5334-5A6A-D95C1027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BA3E0BF-9A9E-42AF-8C64-A3080F44C45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CE5D48-151F-40D2-3DF3-96828F445553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52D68-FA59-C594-BF77-FFEC9E16ECB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7F6FF1-FB54-F4BB-D445-8E8E9A1746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42" y="1536372"/>
            <a:ext cx="5428830" cy="33300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99B28E8-913A-6A29-07E8-3107AE62D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39" y="1696862"/>
            <a:ext cx="4905542" cy="30090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54FF3D4-04CF-6E62-DEA5-127D58579630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91FAF1-8F84-D8D9-611B-D68D57550941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-23.7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18.4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80386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4FFF-E497-B05C-DE15-C47C1FF4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C2B6658-1456-F320-19DF-124B5A749D5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86BCBE-F702-3DE0-CC91-B00A5E1A1AD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0CEE44-A636-B39F-D872-81ABE763BDA2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72DEA0-B2DA-A17E-F27B-CA9079697A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69617"/>
            <a:ext cx="4833160" cy="29646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11B279-711C-16B9-1157-56DFB3D3B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9617"/>
            <a:ext cx="5188788" cy="318277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372E4C0-AF96-07BB-C098-458748C40522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-41.6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7093AA-74D8-475F-FBFD-BC9D5A50299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-32.1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217365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D3F8-0497-295B-CF48-AE461715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9CC62F-FE75-FCC5-E211-9309AF25F6F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F5C7C-1C9A-FF7E-ED62-35A4EF9CABB5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65646E-EB51-BAF4-8E72-2E4B4B4FB3AE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6601881-8539-C634-B8C3-13D72FF991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615838"/>
            <a:ext cx="5255414" cy="32426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3B7A7BD-242E-5F9F-81B0-D5DA61A74D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580" y="1539170"/>
            <a:ext cx="5498254" cy="339250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D011EC4-D99C-E7D6-00ED-36CFBCB3633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-43.8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FE9E2-A6C8-6019-EDC8-3C047BCCDA2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-43.3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00490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096F-9834-2F5E-6226-5D4125BA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5C5308B-DEF8-B20B-C1D1-EA61672291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155DC0-4B8E-91E1-CCC2-28C8119DC642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D1E621-EAFF-6EE8-33E1-85103FC83FC5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A3682F-77EE-86D8-C639-B6812FDD32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77" y="1394018"/>
            <a:ext cx="5413959" cy="33404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31FBCEA-76A9-9E7B-5418-18CA07A85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932" y="1394018"/>
            <a:ext cx="5413958" cy="334049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5DD9DA8-88D8-3FD8-7DDF-A711B72249E7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-67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B033DC-7EDF-A04C-079C-0A15C11C956F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-41.4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60694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800B-06C0-159F-EBE2-EAD83814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9BB18D-E301-E947-AB1B-17348544753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63E06D-4980-9722-4658-274C18E56C34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C6E265-ED55-0277-31D2-B5E9BB8E3F93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266350E-BA23-C1A3-1C93-455C04C8DE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60" y="1349767"/>
            <a:ext cx="5557394" cy="3429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D9CAB56-0488-A359-CE8D-28D720872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385" y="1192952"/>
            <a:ext cx="5557396" cy="3429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5F5181A-4CB8-CCEE-E3C8-8DFFB64A5C2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-42.7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79168-B6C9-93DE-7785-875DDC698E3D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9977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E925E4-5239-4639-A029-07B3CFD6A3F1}">
  <ds:schemaRefs/>
</ds:datastoreItem>
</file>

<file path=customXml/itemProps2.xml><?xml version="1.0" encoding="utf-8"?>
<ds:datastoreItem xmlns:ds="http://schemas.openxmlformats.org/officeDocument/2006/customXml" ds:itemID="{51779852-367B-483D-8C46-CF2C7DC5D261}">
  <ds:schemaRefs/>
</ds:datastoreItem>
</file>

<file path=customXml/itemProps3.xml><?xml version="1.0" encoding="utf-8"?>
<ds:datastoreItem xmlns:ds="http://schemas.openxmlformats.org/officeDocument/2006/customXml" ds:itemID="{E2663518-7548-4643-8219-608BFF0DFA0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6615</TotalTime>
  <Words>1563</Words>
  <Application>Microsoft Office PowerPoint</Application>
  <PresentationFormat>宽屏</PresentationFormat>
  <Paragraphs>248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Anova Bold</vt:lpstr>
      <vt:lpstr>Anova Light</vt:lpstr>
      <vt:lpstr>quote-cjk-patch</vt:lpstr>
      <vt:lpstr>等线</vt:lpstr>
      <vt:lpstr>等线 Light</vt:lpstr>
      <vt:lpstr>Arial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第6周成果汇报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261</cp:revision>
  <dcterms:created xsi:type="dcterms:W3CDTF">2023-10-08T03:09:00Z</dcterms:created>
  <dcterms:modified xsi:type="dcterms:W3CDTF">2025-06-05T00:50:01Z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